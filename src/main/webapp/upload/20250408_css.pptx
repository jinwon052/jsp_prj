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889" autoAdjust="0"/>
    <p:restoredTop sz="94660"/>
  </p:normalViewPr>
  <p:slideViewPr>
    <p:cSldViewPr>
      <p:cViewPr>
        <p:scale>
          <a:sx n="150" d="100"/>
          <a:sy n="150" d="100"/>
        </p:scale>
        <p:origin x="-918" y="16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152EB-5ABB-4907-9403-B55B8752AE36}" type="datetimeFigureOut">
              <a:rPr lang="ko-KR" altLang="en-US" smtClean="0"/>
              <a:pPr/>
              <a:t>2025-04-09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87E9D-D9E4-47AD-8C1C-38CA8FBBA3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5047472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*CSS( Cascading Style Sheet)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err="1" smtClean="0"/>
              <a:t>하콤</a:t>
            </a:r>
            <a:r>
              <a:rPr lang="ko-KR" altLang="en-US" sz="1600" dirty="0" smtClean="0"/>
              <a:t> 비움 리가 </a:t>
            </a:r>
            <a:r>
              <a:rPr lang="en-US" altLang="ko-KR" sz="1600" dirty="0" smtClean="0"/>
              <a:t>1994</a:t>
            </a:r>
            <a:r>
              <a:rPr lang="ko-KR" altLang="en-US" sz="1600" dirty="0" smtClean="0"/>
              <a:t>년에 제안한 </a:t>
            </a:r>
            <a:r>
              <a:rPr lang="en-US" altLang="ko-KR" sz="1600" dirty="0" smtClean="0"/>
              <a:t>Style Sheet </a:t>
            </a:r>
            <a:r>
              <a:rPr lang="ko-KR" altLang="en-US" sz="1600" dirty="0" smtClean="0"/>
              <a:t>언어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웹 디자이너가 주로 사용하는 </a:t>
            </a:r>
            <a:r>
              <a:rPr lang="en-US" altLang="ko-KR" sz="1600" dirty="0" smtClean="0"/>
              <a:t>Style Sheet</a:t>
            </a:r>
            <a:r>
              <a:rPr lang="ko-KR" altLang="en-US" sz="1600" dirty="0" smtClean="0"/>
              <a:t>언어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웹 페이지의 통일성이 있는 디자인을 제공할 때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CSS</a:t>
            </a:r>
            <a:r>
              <a:rPr lang="ko-KR" altLang="en-US" sz="1600" dirty="0" smtClean="0"/>
              <a:t>의 대표 </a:t>
            </a:r>
            <a:r>
              <a:rPr lang="en-US" altLang="ko-KR" sz="1600" dirty="0" smtClean="0"/>
              <a:t>Framework – bootstrap.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- 3</a:t>
            </a:r>
            <a:r>
              <a:rPr lang="ko-KR" altLang="en-US" sz="1600" dirty="0" smtClean="0"/>
              <a:t>가지 방법으로 사용할 수 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- CSS</a:t>
            </a:r>
            <a:r>
              <a:rPr lang="ko-KR" altLang="en-US" sz="1600" dirty="0" smtClean="0"/>
              <a:t>는 에러가 발생하지 않는다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</a:t>
            </a:r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값</a:t>
            </a:r>
            <a:endParaRPr lang="en-US" altLang="ko-K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857232"/>
            <a:ext cx="428628" cy="512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직선 화살표 연결선 6"/>
          <p:cNvCxnSpPr/>
          <p:nvPr/>
        </p:nvCxnSpPr>
        <p:spPr>
          <a:xfrm rot="10800000">
            <a:off x="1357290" y="785794"/>
            <a:ext cx="28575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6446" y="857232"/>
            <a:ext cx="546269" cy="542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 rot="10800000" flipV="1">
            <a:off x="6286512" y="1000108"/>
            <a:ext cx="500065" cy="128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15140" y="857232"/>
            <a:ext cx="989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HTML :</a:t>
            </a:r>
            <a:r>
              <a:rPr lang="ko-KR" altLang="en-US" sz="1200" dirty="0" smtClean="0"/>
              <a:t>구조</a:t>
            </a:r>
            <a:endParaRPr lang="ko-KR" altLang="en-US" sz="1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8" y="714356"/>
            <a:ext cx="857256" cy="63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직선 화살표 연결선 14"/>
          <p:cNvCxnSpPr/>
          <p:nvPr/>
        </p:nvCxnSpPr>
        <p:spPr>
          <a:xfrm rot="10800000" flipV="1">
            <a:off x="6500826" y="714356"/>
            <a:ext cx="42862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29454" y="571480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CSS: </a:t>
            </a:r>
            <a:r>
              <a:rPr lang="ko-KR" altLang="en-US" sz="1200" dirty="0" smtClean="0"/>
              <a:t>디자인</a:t>
            </a:r>
            <a:endParaRPr lang="ko-KR" altLang="en-US" sz="1200" dirty="0"/>
          </a:p>
        </p:txBody>
      </p:sp>
      <p:sp>
        <p:nvSpPr>
          <p:cNvPr id="17" name="타원형 설명선 16"/>
          <p:cNvSpPr/>
          <p:nvPr/>
        </p:nvSpPr>
        <p:spPr>
          <a:xfrm>
            <a:off x="6072198" y="428604"/>
            <a:ext cx="571504" cy="357190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072198" y="428604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3+4=?</a:t>
            </a:r>
            <a:endParaRPr lang="ko-KR" altLang="en-US" sz="1200" dirty="0"/>
          </a:p>
        </p:txBody>
      </p:sp>
      <p:cxnSp>
        <p:nvCxnSpPr>
          <p:cNvPr id="19" name="직선 화살표 연결선 18"/>
          <p:cNvCxnSpPr/>
          <p:nvPr/>
        </p:nvCxnSpPr>
        <p:spPr>
          <a:xfrm rot="10800000" flipV="1">
            <a:off x="6286512" y="214290"/>
            <a:ext cx="42862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15140" y="71414"/>
            <a:ext cx="7200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JS: </a:t>
            </a:r>
            <a:r>
              <a:rPr lang="ko-KR" altLang="en-US" sz="1200" dirty="0" smtClean="0"/>
              <a:t>연산</a:t>
            </a:r>
            <a:endParaRPr lang="ko-KR" altLang="en-US" sz="1200" dirty="0"/>
          </a:p>
        </p:txBody>
      </p:sp>
      <p:cxnSp>
        <p:nvCxnSpPr>
          <p:cNvPr id="22" name="직선 화살표 연결선 21"/>
          <p:cNvCxnSpPr/>
          <p:nvPr/>
        </p:nvCxnSpPr>
        <p:spPr>
          <a:xfrm rot="10800000">
            <a:off x="928662" y="2500306"/>
            <a:ext cx="42862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57290" y="2500306"/>
            <a:ext cx="2036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i</a:t>
            </a:r>
            <a:r>
              <a:rPr lang="en-US" altLang="ko-KR" sz="1200" dirty="0" smtClean="0"/>
              <a:t>nline</a:t>
            </a:r>
            <a:r>
              <a:rPr lang="en-US" altLang="ko-KR" sz="1200" dirty="0" smtClean="0"/>
              <a:t>, embed, external file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3428992" y="3571876"/>
            <a:ext cx="4714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web site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대상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일반 사용자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</a:t>
            </a:r>
            <a:r>
              <a:rPr lang="ko-KR" altLang="en-US" sz="1200" dirty="0" smtClean="0"/>
              <a:t>별도의 </a:t>
            </a:r>
            <a:r>
              <a:rPr lang="ko-KR" altLang="en-US" sz="1200" dirty="0" smtClean="0"/>
              <a:t>사용자 교육 </a:t>
            </a:r>
            <a:r>
              <a:rPr lang="ko-KR" altLang="en-US" sz="1200" dirty="0" smtClean="0"/>
              <a:t>없이 사용가능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</a:t>
            </a:r>
            <a:r>
              <a:rPr lang="ko-KR" altLang="en-US" sz="1200" dirty="0" smtClean="0"/>
              <a:t>업무 </a:t>
            </a:r>
            <a:r>
              <a:rPr lang="ko-KR" altLang="en-US" sz="1200" dirty="0" err="1" smtClean="0"/>
              <a:t>로직이</a:t>
            </a:r>
            <a:r>
              <a:rPr lang="ko-KR" altLang="en-US" sz="1200" dirty="0" smtClean="0"/>
              <a:t> </a:t>
            </a:r>
            <a:r>
              <a:rPr lang="ko-KR" altLang="en-US" sz="1200" dirty="0" smtClean="0"/>
              <a:t>복잡하지 않다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</a:t>
            </a:r>
            <a:r>
              <a:rPr lang="ko-KR" altLang="en-US" sz="1200" dirty="0" smtClean="0"/>
              <a:t>주로 </a:t>
            </a:r>
            <a:r>
              <a:rPr lang="en-US" altLang="ko-KR" sz="1200" dirty="0" smtClean="0"/>
              <a:t>: ASP, PHP</a:t>
            </a:r>
            <a:r>
              <a:rPr lang="ko-KR" altLang="en-US" sz="1200" dirty="0" smtClean="0"/>
              <a:t>언어를 사용하여 개발</a:t>
            </a:r>
            <a:r>
              <a:rPr lang="en-US" altLang="ko-KR" sz="1200" dirty="0" smtClean="0"/>
              <a:t>( web agency )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3428992" y="4437885"/>
            <a:ext cx="404392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web application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대상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기업에서 일을 하는 사원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현업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</a:t>
            </a:r>
            <a:r>
              <a:rPr lang="ko-KR" altLang="en-US" sz="1200" dirty="0" smtClean="0"/>
              <a:t>별도의 사용자 교육이 필요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</a:t>
            </a:r>
            <a:r>
              <a:rPr lang="ko-KR" altLang="en-US" sz="1200" dirty="0" smtClean="0"/>
              <a:t>현업의 업무를 알아야 하기 때문에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</a:t>
            </a:r>
            <a:r>
              <a:rPr lang="ko-KR" altLang="en-US" sz="1200" dirty="0" smtClean="0"/>
              <a:t>구현의 난이도가 </a:t>
            </a:r>
            <a:r>
              <a:rPr lang="en-US" altLang="ko-KR" sz="1200" dirty="0" smtClean="0"/>
              <a:t>web site</a:t>
            </a:r>
            <a:r>
              <a:rPr lang="ko-KR" altLang="en-US" sz="1200" dirty="0" smtClean="0"/>
              <a:t>보다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       </a:t>
            </a:r>
            <a:r>
              <a:rPr lang="ko-KR" altLang="en-US" sz="1200" dirty="0" smtClean="0"/>
              <a:t>높다</a:t>
            </a:r>
            <a:r>
              <a:rPr lang="en-US" altLang="ko-KR" sz="1200" dirty="0" smtClean="0"/>
              <a:t>. ( SI </a:t>
            </a:r>
            <a:r>
              <a:rPr lang="ko-KR" altLang="en-US" sz="1200" dirty="0" smtClean="0"/>
              <a:t>개발자 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26" name="왼쪽 중괄호 25"/>
          <p:cNvSpPr/>
          <p:nvPr/>
        </p:nvSpPr>
        <p:spPr>
          <a:xfrm>
            <a:off x="3428992" y="3714752"/>
            <a:ext cx="45719" cy="78581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714480" y="3866381"/>
            <a:ext cx="18151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-web browser</a:t>
            </a:r>
            <a:r>
              <a:rPr lang="ko-KR" altLang="en-US" sz="1200" dirty="0" smtClean="0"/>
              <a:t>에서 동작</a:t>
            </a:r>
            <a:endParaRPr lang="en-US" altLang="ko-KR" sz="1200" dirty="0" smtClean="0"/>
          </a:p>
          <a:p>
            <a:r>
              <a:rPr lang="en-US" altLang="ko-KR" sz="1200" dirty="0" smtClean="0"/>
              <a:t>-</a:t>
            </a:r>
            <a:r>
              <a:rPr lang="ko-KR" altLang="en-US" sz="1200" dirty="0" smtClean="0"/>
              <a:t>개발에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사용되는 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ko-KR" altLang="en-US" sz="1200" dirty="0" smtClean="0"/>
              <a:t>언어가 같다</a:t>
            </a:r>
            <a:r>
              <a:rPr lang="en-US" altLang="ko-KR" sz="1200" dirty="0" smtClean="0"/>
              <a:t>. </a:t>
            </a:r>
          </a:p>
          <a:p>
            <a:r>
              <a:rPr lang="en-US" altLang="ko-KR" sz="1200" dirty="0" smtClean="0"/>
              <a:t> (ASP, PHP, JSP )</a:t>
            </a:r>
            <a:endParaRPr lang="ko-KR" altLang="en-US" sz="12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57950" y="2285992"/>
            <a:ext cx="2343123" cy="146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0" name="직선 화살표 연결선 29"/>
          <p:cNvCxnSpPr/>
          <p:nvPr/>
        </p:nvCxnSpPr>
        <p:spPr>
          <a:xfrm rot="5400000" flipH="1" flipV="1">
            <a:off x="5536413" y="2750339"/>
            <a:ext cx="928694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58016" y="4714884"/>
            <a:ext cx="214314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9074664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사용법</a:t>
            </a:r>
            <a:endParaRPr lang="en-US" altLang="ko-KR" dirty="0" smtClean="0"/>
          </a:p>
          <a:p>
            <a:r>
              <a:rPr lang="en-US" altLang="ko-KR" sz="1600" b="1" dirty="0" smtClean="0"/>
              <a:t> *inline </a:t>
            </a:r>
            <a:r>
              <a:rPr lang="ko-KR" altLang="en-US" sz="1600" b="1" dirty="0" smtClean="0"/>
              <a:t>방식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-HTML </a:t>
            </a:r>
            <a:r>
              <a:rPr lang="ko-KR" altLang="en-US" sz="1600" dirty="0"/>
              <a:t> </a:t>
            </a:r>
            <a:r>
              <a:rPr lang="en-US" altLang="ko-KR" sz="1600" dirty="0" smtClean="0"/>
              <a:t>tag</a:t>
            </a:r>
            <a:r>
              <a:rPr lang="ko-KR" altLang="en-US" sz="1600" dirty="0" smtClean="0"/>
              <a:t>에 직접 정의하는 방식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-selector</a:t>
            </a:r>
            <a:r>
              <a:rPr lang="ko-KR" altLang="en-US" sz="1600" dirty="0" smtClean="0"/>
              <a:t>가 사용되지 않는다</a:t>
            </a:r>
            <a:r>
              <a:rPr lang="en-US" altLang="ko-KR" sz="1600" dirty="0" smtClean="0"/>
              <a:t>. ( </a:t>
            </a:r>
            <a:r>
              <a:rPr lang="ko-KR" altLang="en-US" sz="1600" dirty="0" smtClean="0"/>
              <a:t>디자인을 </a:t>
            </a:r>
            <a:r>
              <a:rPr lang="ko-KR" altLang="en-US" sz="1600" dirty="0" err="1" smtClean="0"/>
              <a:t>적용받을</a:t>
            </a:r>
            <a:r>
              <a:rPr lang="ko-KR" altLang="en-US" sz="1600" dirty="0" smtClean="0"/>
              <a:t> 태그에 직접 작성하기 때문에 </a:t>
            </a:r>
            <a:r>
              <a:rPr lang="en-US" altLang="ko-KR" sz="1600" dirty="0" smtClean="0"/>
              <a:t>selector </a:t>
            </a:r>
            <a:r>
              <a:rPr lang="ko-KR" altLang="en-US" sz="1600" dirty="0" smtClean="0"/>
              <a:t>필요</a:t>
            </a:r>
            <a:r>
              <a:rPr lang="en-US" altLang="ko-KR" sz="1600" dirty="0" smtClean="0"/>
              <a:t>x)</a:t>
            </a:r>
          </a:p>
          <a:p>
            <a:r>
              <a:rPr lang="en-US" altLang="ko-KR" sz="1600" dirty="0" smtClean="0"/>
              <a:t>  </a:t>
            </a:r>
            <a:r>
              <a:rPr lang="ko-KR" altLang="en-US" sz="1600" dirty="0" smtClean="0"/>
              <a:t>특징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디자인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적용 우선순위가 가장 높다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단점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디자인 코드의 </a:t>
            </a:r>
            <a:r>
              <a:rPr lang="ko-KR" altLang="en-US" sz="1600" dirty="0" err="1" smtClean="0"/>
              <a:t>중복성이</a:t>
            </a:r>
            <a:r>
              <a:rPr lang="ko-KR" altLang="en-US" sz="1600" dirty="0" smtClean="0"/>
              <a:t> 가장 높다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</a:t>
            </a:r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ko-KR" altLang="en-US" sz="1600" dirty="0" err="1" smtClean="0"/>
              <a:t>태그명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style=“</a:t>
            </a:r>
            <a:r>
              <a:rPr lang="ko-KR" altLang="en-US" sz="1600" dirty="0" smtClean="0"/>
              <a:t>속성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값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;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속성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값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;</a:t>
            </a:r>
            <a:r>
              <a:rPr lang="en-US" altLang="ko-KR" sz="1600" dirty="0" smtClean="0"/>
              <a:t> ,,,,,”&gt;</a:t>
            </a:r>
          </a:p>
          <a:p>
            <a:endParaRPr lang="en-US" altLang="ko-KR" sz="1600" dirty="0"/>
          </a:p>
          <a:p>
            <a:r>
              <a:rPr lang="en-US" altLang="ko-KR" sz="1600" b="1" dirty="0" smtClean="0"/>
              <a:t> *embed </a:t>
            </a:r>
            <a:r>
              <a:rPr lang="ko-KR" altLang="en-US" sz="1600" b="1" dirty="0" smtClean="0"/>
              <a:t>방식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</a:t>
            </a:r>
            <a:r>
              <a:rPr lang="ko-KR" altLang="en-US" sz="1600" dirty="0"/>
              <a:t>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&lt;head&gt;</a:t>
            </a:r>
            <a:r>
              <a:rPr lang="ko-KR" altLang="en-US" sz="1600" dirty="0" smtClean="0"/>
              <a:t>태그 사이에 </a:t>
            </a:r>
            <a:r>
              <a:rPr lang="en-US" altLang="ko-KR" sz="1600" dirty="0" smtClean="0"/>
              <a:t>&lt;style&gt;</a:t>
            </a:r>
            <a:r>
              <a:rPr lang="ko-KR" altLang="en-US" sz="1600" dirty="0" smtClean="0"/>
              <a:t>태그를 정의하고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디자인 코드를 정의하는 방식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 external file</a:t>
            </a:r>
            <a:r>
              <a:rPr lang="ko-KR" altLang="en-US" sz="1600" dirty="0" smtClean="0"/>
              <a:t>방식 보다는 적용 우선순위가 높다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- </a:t>
            </a:r>
            <a:r>
              <a:rPr lang="ko-KR" altLang="en-US" sz="1600" dirty="0" smtClean="0"/>
              <a:t>디자인 코드의 </a:t>
            </a:r>
            <a:r>
              <a:rPr lang="ko-KR" altLang="en-US" sz="1600" dirty="0" err="1" smtClean="0"/>
              <a:t>중복성을</a:t>
            </a:r>
            <a:r>
              <a:rPr lang="ko-KR" altLang="en-US" sz="1600" dirty="0" smtClean="0"/>
              <a:t> 낮출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 selector</a:t>
            </a:r>
            <a:r>
              <a:rPr lang="ko-KR" altLang="en-US" sz="1600" dirty="0" smtClean="0"/>
              <a:t>를 사용한다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 &lt;style&gt; </a:t>
            </a:r>
            <a:r>
              <a:rPr lang="ko-KR" altLang="en-US" sz="1600" dirty="0" smtClean="0"/>
              <a:t>태그가 선언된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에서만 사용된다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( </a:t>
            </a:r>
            <a:r>
              <a:rPr lang="ko-KR" altLang="en-US" sz="1600" dirty="0" smtClean="0"/>
              <a:t>다른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페이지에서 동일한 디자인을 사용하고 싶다면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해당페이지의 디자인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</a:t>
            </a:r>
            <a:r>
              <a:rPr lang="ko-KR" altLang="en-US" sz="1600" dirty="0" smtClean="0"/>
              <a:t>코드를 </a:t>
            </a:r>
            <a:r>
              <a:rPr lang="en-US" altLang="ko-KR" sz="1600" dirty="0" smtClean="0"/>
              <a:t>CSS</a:t>
            </a:r>
            <a:r>
              <a:rPr lang="ko-KR" altLang="en-US" sz="1600" dirty="0" smtClean="0"/>
              <a:t>파일에 다시 만들어서 정의하고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참조하여 </a:t>
            </a:r>
            <a:r>
              <a:rPr lang="ko-KR" altLang="en-US" sz="1600" dirty="0" err="1" smtClean="0"/>
              <a:t>사용해야한다</a:t>
            </a:r>
            <a:r>
              <a:rPr lang="en-US" altLang="ko-KR" sz="1600" dirty="0" smtClean="0"/>
              <a:t>. –</a:t>
            </a:r>
            <a:r>
              <a:rPr lang="ko-KR" altLang="en-US" sz="1600" dirty="0"/>
              <a:t> </a:t>
            </a:r>
            <a:r>
              <a:rPr lang="en-US" altLang="ko-KR" sz="1600" dirty="0" smtClean="0"/>
              <a:t>external file</a:t>
            </a:r>
            <a:r>
              <a:rPr lang="ko-KR" altLang="en-US" sz="1600" dirty="0" smtClean="0"/>
              <a:t>방식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특정 페이지에서만 사용되는 디자인을 정의해야 할 때 사용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</a:t>
            </a:r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&lt;style type=“text/</a:t>
            </a:r>
            <a:r>
              <a:rPr lang="en-US" altLang="ko-KR" sz="1600" dirty="0" err="1" smtClean="0"/>
              <a:t>css</a:t>
            </a:r>
            <a:r>
              <a:rPr lang="en-US" altLang="ko-KR" sz="1600" dirty="0" smtClean="0"/>
              <a:t>”&gt;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err="1" smtClean="0"/>
              <a:t>선택자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{ </a:t>
            </a:r>
            <a:r>
              <a:rPr lang="ko-KR" altLang="en-US" sz="1600" dirty="0" smtClean="0"/>
              <a:t>속성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값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;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속성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값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;</a:t>
            </a:r>
            <a:r>
              <a:rPr lang="en-US" altLang="ko-KR" sz="1600" dirty="0" smtClean="0"/>
              <a:t> ,,,, }</a:t>
            </a:r>
          </a:p>
          <a:p>
            <a:r>
              <a:rPr lang="en-US" altLang="ko-KR" sz="1600" dirty="0" smtClean="0"/>
              <a:t>           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&lt;/style&gt;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 flipV="1">
            <a:off x="2714612" y="1857364"/>
            <a:ext cx="2000264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 rot="10800000" flipV="1">
            <a:off x="3500430" y="1857364"/>
            <a:ext cx="1214446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14876" y="1643050"/>
            <a:ext cx="3387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속성을 구분하는 </a:t>
            </a:r>
            <a:r>
              <a:rPr lang="ko-KR" altLang="en-US" sz="1400" dirty="0" err="1" smtClean="0"/>
              <a:t>구분자로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;</a:t>
            </a:r>
            <a:r>
              <a:rPr lang="ko-KR" altLang="en-US" sz="1400" dirty="0" smtClean="0"/>
              <a:t>을 사용한다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cxnSp>
        <p:nvCxnSpPr>
          <p:cNvPr id="10" name="직선 화살표 연결선 9"/>
          <p:cNvCxnSpPr/>
          <p:nvPr/>
        </p:nvCxnSpPr>
        <p:spPr>
          <a:xfrm rot="10800000">
            <a:off x="4000496" y="2357430"/>
            <a:ext cx="214314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43372" y="2285992"/>
            <a:ext cx="2403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HTML</a:t>
            </a:r>
            <a:r>
              <a:rPr lang="ko-KR" altLang="en-US" sz="1400" dirty="0" smtClean="0"/>
              <a:t>태그와 디자인이 융합</a:t>
            </a:r>
            <a:endParaRPr lang="ko-KR" altLang="en-US" sz="1400" dirty="0"/>
          </a:p>
        </p:txBody>
      </p:sp>
      <p:cxnSp>
        <p:nvCxnSpPr>
          <p:cNvPr id="13" name="직선 화살표 연결선 12"/>
          <p:cNvCxnSpPr/>
          <p:nvPr/>
        </p:nvCxnSpPr>
        <p:spPr>
          <a:xfrm rot="10800000" flipV="1">
            <a:off x="1214414" y="5286388"/>
            <a:ext cx="121444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0800000">
            <a:off x="1142976" y="4143380"/>
            <a:ext cx="1285884" cy="1143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8860" y="5143512"/>
            <a:ext cx="364394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디자인을 </a:t>
            </a:r>
            <a:r>
              <a:rPr lang="ko-KR" altLang="en-US" sz="1100" dirty="0" err="1" smtClean="0"/>
              <a:t>적용받을</a:t>
            </a:r>
            <a:r>
              <a:rPr lang="ko-KR" altLang="en-US" sz="1100" dirty="0" smtClean="0"/>
              <a:t> 태그를 정의</a:t>
            </a:r>
            <a:r>
              <a:rPr lang="en-US" altLang="ko-KR" sz="1100" dirty="0" smtClean="0"/>
              <a:t>.</a:t>
            </a:r>
          </a:p>
          <a:p>
            <a:r>
              <a:rPr lang="en-US" altLang="ko-KR" sz="1100" dirty="0" smtClean="0"/>
              <a:t>-</a:t>
            </a:r>
            <a:r>
              <a:rPr lang="ko-KR" altLang="en-US" sz="1100" dirty="0" smtClean="0"/>
              <a:t>디자인의 </a:t>
            </a:r>
            <a:r>
              <a:rPr lang="ko-KR" altLang="en-US" sz="1100" dirty="0" err="1" smtClean="0"/>
              <a:t>사용성을</a:t>
            </a:r>
            <a:r>
              <a:rPr lang="ko-KR" altLang="en-US" sz="1100" dirty="0" smtClean="0"/>
              <a:t> 고려하여 하나의 이름으로 묶는 일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8038098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/>
              <a:t>*external file</a:t>
            </a:r>
            <a:r>
              <a:rPr lang="ko-KR" altLang="en-US" sz="1600" b="1" dirty="0" smtClean="0"/>
              <a:t>방식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-CSS</a:t>
            </a:r>
            <a:r>
              <a:rPr lang="ko-KR" altLang="en-US" sz="1600" dirty="0" smtClean="0"/>
              <a:t>코드를 확장자가 </a:t>
            </a:r>
            <a:r>
              <a:rPr lang="en-US" altLang="ko-KR" sz="1600" dirty="0" smtClean="0"/>
              <a:t>.</a:t>
            </a:r>
            <a:r>
              <a:rPr lang="en-US" altLang="ko-KR" sz="1600" dirty="0" err="1" smtClean="0"/>
              <a:t>css</a:t>
            </a:r>
            <a:r>
              <a:rPr lang="ko-KR" altLang="en-US" sz="1600" dirty="0" smtClean="0"/>
              <a:t>인 파일을 생성하고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그 안에 정의하는 방식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디자인 코드의 </a:t>
            </a:r>
            <a:r>
              <a:rPr lang="ko-KR" altLang="en-US" sz="1600" dirty="0" err="1" smtClean="0"/>
              <a:t>중복성이</a:t>
            </a:r>
            <a:r>
              <a:rPr lang="ko-KR" altLang="en-US" sz="1600" dirty="0" smtClean="0"/>
              <a:t> 가장 낮다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디자인 코드의 적용 우선순위가 </a:t>
            </a:r>
            <a:r>
              <a:rPr lang="ko-KR" altLang="en-US" sz="1600" dirty="0" smtClean="0"/>
              <a:t>가장 낮다</a:t>
            </a:r>
            <a:r>
              <a:rPr lang="en-US" altLang="ko-KR" sz="1600" dirty="0" smtClean="0"/>
              <a:t>.( inline -&gt; embed -&gt; external file 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-selector</a:t>
            </a:r>
            <a:r>
              <a:rPr lang="ko-KR" altLang="en-US" sz="1600" dirty="0" smtClean="0"/>
              <a:t>를 사용하여 코드를 작성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로딩 속도가 가장 느리다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여러 페이지에서 사용되는 공통 디자인을 정의 할 때 가장 적합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( </a:t>
            </a:r>
            <a:r>
              <a:rPr lang="ko-KR" altLang="en-US" sz="1600" dirty="0" smtClean="0"/>
              <a:t>특정 페이지에서만 사용되는 디자인은  </a:t>
            </a:r>
            <a:r>
              <a:rPr lang="en-US" altLang="ko-KR" sz="1600" dirty="0" smtClean="0"/>
              <a:t>embed </a:t>
            </a:r>
            <a:r>
              <a:rPr lang="ko-KR" altLang="en-US" sz="1600" dirty="0" smtClean="0"/>
              <a:t>방식 적합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디자인이 필요한 </a:t>
            </a:r>
            <a:r>
              <a:rPr lang="en-US" altLang="ko-KR" sz="1600" dirty="0" smtClean="0"/>
              <a:t>html</a:t>
            </a:r>
            <a:r>
              <a:rPr lang="ko-KR" altLang="en-US" sz="1600" dirty="0" smtClean="0"/>
              <a:t>에서 </a:t>
            </a:r>
            <a:r>
              <a:rPr lang="en-US" altLang="ko-KR" sz="1600" dirty="0" smtClean="0"/>
              <a:t>&lt;link </a:t>
            </a:r>
            <a:r>
              <a:rPr lang="en-US" altLang="ko-KR" sz="1600" dirty="0" err="1" smtClean="0"/>
              <a:t>rel</a:t>
            </a:r>
            <a:r>
              <a:rPr lang="en-US" altLang="ko-KR" sz="1600" dirty="0" smtClean="0"/>
              <a:t>=“</a:t>
            </a:r>
            <a:r>
              <a:rPr lang="en-US" altLang="ko-KR" sz="1600" dirty="0" err="1" smtClean="0"/>
              <a:t>stylesheet</a:t>
            </a:r>
            <a:r>
              <a:rPr lang="en-US" altLang="ko-KR" sz="1600" dirty="0" smtClean="0"/>
              <a:t>” type=“text/</a:t>
            </a:r>
            <a:r>
              <a:rPr lang="en-US" altLang="ko-KR" sz="1600" dirty="0" err="1" smtClean="0"/>
              <a:t>css</a:t>
            </a:r>
            <a:r>
              <a:rPr lang="en-US" altLang="ko-KR" sz="1600" dirty="0" smtClean="0"/>
              <a:t>” </a:t>
            </a:r>
            <a:r>
              <a:rPr lang="en-US" altLang="ko-KR" sz="1600" dirty="0" err="1" smtClean="0"/>
              <a:t>href</a:t>
            </a:r>
            <a:r>
              <a:rPr lang="en-US" altLang="ko-KR" sz="1600" dirty="0" smtClean="0"/>
              <a:t>=“CSS URL”/&gt;</a:t>
            </a:r>
          </a:p>
          <a:p>
            <a:r>
              <a:rPr lang="en-US" altLang="ko-KR" sz="1600" dirty="0" smtClean="0"/>
              <a:t>  </a:t>
            </a:r>
            <a:r>
              <a:rPr lang="ko-KR" altLang="en-US" sz="1600" dirty="0" smtClean="0"/>
              <a:t>태그를 사용하여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외부 파일방식으로 정의된 </a:t>
            </a:r>
            <a:r>
              <a:rPr lang="en-US" altLang="ko-KR" sz="1600" dirty="0" smtClean="0"/>
              <a:t>CSS</a:t>
            </a:r>
            <a:r>
              <a:rPr lang="ko-KR" altLang="en-US" sz="1600" dirty="0" smtClean="0"/>
              <a:t>와 연결하여 사용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</a:t>
            </a:r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endParaRPr lang="ko-KR" altLang="en-US" sz="1600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286123"/>
            <a:ext cx="357190" cy="408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14480" y="357187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a.css</a:t>
            </a:r>
            <a:endParaRPr lang="ko-KR" altLang="en-US" sz="1400" b="1" dirty="0"/>
          </a:p>
        </p:txBody>
      </p:sp>
      <p:cxnSp>
        <p:nvCxnSpPr>
          <p:cNvPr id="7" name="직선 화살표 연결선 6"/>
          <p:cNvCxnSpPr>
            <a:endCxn id="3" idx="3"/>
          </p:cNvCxnSpPr>
          <p:nvPr/>
        </p:nvCxnSpPr>
        <p:spPr>
          <a:xfrm rot="10800000" flipV="1">
            <a:off x="2143108" y="3143248"/>
            <a:ext cx="428628" cy="3469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1736" y="2857496"/>
            <a:ext cx="444865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여러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에서 사용되어야하는 공통 디자인을 정의 </a:t>
            </a:r>
            <a:endParaRPr lang="en-US" altLang="ko-KR" sz="1400" dirty="0" smtClean="0"/>
          </a:p>
          <a:p>
            <a:r>
              <a:rPr lang="en-US" altLang="ko-KR" sz="1400" dirty="0" smtClean="0"/>
              <a:t>@</a:t>
            </a:r>
            <a:r>
              <a:rPr lang="en-US" altLang="ko-KR" sz="1400" dirty="0" err="1" smtClean="0"/>
              <a:t>charset</a:t>
            </a:r>
            <a:r>
              <a:rPr lang="en-US" altLang="ko-KR" sz="1400" dirty="0" smtClean="0"/>
              <a:t>=“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UTF-8</a:t>
            </a:r>
            <a:r>
              <a:rPr lang="en-US" altLang="ko-KR" sz="1400" dirty="0" smtClean="0"/>
              <a:t>”;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selector {</a:t>
            </a:r>
            <a:r>
              <a:rPr lang="ko-KR" altLang="en-US" sz="1400" dirty="0" smtClean="0"/>
              <a:t>속성 </a:t>
            </a:r>
            <a:r>
              <a:rPr lang="en-US" altLang="ko-KR" sz="1400" dirty="0" smtClean="0"/>
              <a:t>:</a:t>
            </a:r>
            <a:r>
              <a:rPr lang="ko-KR" altLang="en-US" sz="1400" dirty="0" smtClean="0"/>
              <a:t>값 </a:t>
            </a:r>
            <a:r>
              <a:rPr lang="en-US" altLang="ko-KR" sz="1400" dirty="0" smtClean="0"/>
              <a:t>,,,, }</a:t>
            </a:r>
            <a:endParaRPr lang="en-US" altLang="ko-KR" sz="1400" dirty="0"/>
          </a:p>
          <a:p>
            <a:r>
              <a:rPr lang="en-US" altLang="ko-KR" sz="1400" dirty="0" smtClean="0"/>
              <a:t> </a:t>
            </a:r>
            <a:endParaRPr lang="ko-KR" altLang="en-US" sz="1400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4500570"/>
            <a:ext cx="500066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571472" y="4978611"/>
            <a:ext cx="710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a.</a:t>
            </a:r>
            <a:r>
              <a:rPr lang="en-US" altLang="ko-KR" sz="1400" b="1" dirty="0" smtClean="0"/>
              <a:t>html</a:t>
            </a:r>
            <a:endParaRPr lang="ko-KR" altLang="en-US" sz="1400" b="1" dirty="0"/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4429132"/>
            <a:ext cx="357190" cy="408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3214678" y="4786322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b.</a:t>
            </a:r>
            <a:r>
              <a:rPr lang="en-US" altLang="ko-KR" sz="1400" b="1" dirty="0" smtClean="0"/>
              <a:t>html</a:t>
            </a:r>
            <a:endParaRPr lang="ko-KR" altLang="en-US" sz="1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1285852" y="5715016"/>
            <a:ext cx="2824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 </a:t>
            </a:r>
            <a:r>
              <a:rPr lang="ko-KR" altLang="en-US" sz="1400" dirty="0" smtClean="0"/>
              <a:t>공통디자인이 필요한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파일</a:t>
            </a:r>
            <a:endParaRPr lang="ko-KR" altLang="en-US" sz="1400" dirty="0"/>
          </a:p>
        </p:txBody>
      </p:sp>
      <p:cxnSp>
        <p:nvCxnSpPr>
          <p:cNvPr id="15" name="직선 화살표 연결선 14"/>
          <p:cNvCxnSpPr/>
          <p:nvPr/>
        </p:nvCxnSpPr>
        <p:spPr>
          <a:xfrm rot="10800000">
            <a:off x="1176338" y="5124450"/>
            <a:ext cx="1323960" cy="5191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2500298" y="5133975"/>
            <a:ext cx="1000140" cy="5096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472" y="4429132"/>
            <a:ext cx="2776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&lt;meta </a:t>
            </a:r>
            <a:r>
              <a:rPr lang="en-US" altLang="ko-KR" sz="1200" dirty="0" err="1" smtClean="0"/>
              <a:t>charset</a:t>
            </a:r>
            <a:r>
              <a:rPr lang="en-US" altLang="ko-KR" sz="1200" dirty="0" smtClean="0"/>
              <a:t>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UTF-8</a:t>
            </a:r>
            <a:r>
              <a:rPr lang="en-US" altLang="ko-KR" sz="1200" dirty="0" smtClean="0"/>
              <a:t>”/&gt;</a:t>
            </a:r>
          </a:p>
          <a:p>
            <a:r>
              <a:rPr lang="en-US" altLang="ko-KR" sz="1200" dirty="0" smtClean="0"/>
              <a:t>&lt;link </a:t>
            </a:r>
            <a:r>
              <a:rPr lang="en-US" altLang="ko-KR" sz="1200" dirty="0" err="1" smtClean="0"/>
              <a:t>rel</a:t>
            </a:r>
            <a:r>
              <a:rPr lang="en-US" altLang="ko-KR" sz="1200" dirty="0" smtClean="0"/>
              <a:t>=“</a:t>
            </a:r>
            <a:r>
              <a:rPr lang="en-US" altLang="ko-KR" sz="1200" dirty="0" err="1" smtClean="0"/>
              <a:t>stylesheet</a:t>
            </a:r>
            <a:r>
              <a:rPr lang="en-US" altLang="ko-KR" sz="1200" dirty="0" smtClean="0"/>
              <a:t>” type=“text/</a:t>
            </a:r>
            <a:r>
              <a:rPr lang="en-US" altLang="ko-KR" sz="1200" dirty="0" err="1" smtClean="0"/>
              <a:t>css</a:t>
            </a:r>
            <a:r>
              <a:rPr lang="en-US" altLang="ko-KR" sz="1200" dirty="0" smtClean="0"/>
              <a:t>”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</a:t>
            </a:r>
            <a:r>
              <a:rPr lang="en-US" altLang="ko-KR" sz="1200" dirty="0" err="1" smtClean="0"/>
              <a:t>href</a:t>
            </a:r>
            <a:r>
              <a:rPr lang="en-US" altLang="ko-KR" sz="1200" dirty="0" smtClean="0"/>
              <a:t>=“a.</a:t>
            </a:r>
            <a:r>
              <a:rPr lang="en-US" altLang="ko-KR" sz="1200" b="1" dirty="0" smtClean="0"/>
              <a:t>css</a:t>
            </a:r>
            <a:r>
              <a:rPr lang="en-US" altLang="ko-KR" sz="1200" dirty="0" smtClean="0"/>
              <a:t>”/&gt;</a:t>
            </a:r>
            <a:endParaRPr lang="ko-KR" altLang="en-US" sz="1200" dirty="0"/>
          </a:p>
        </p:txBody>
      </p:sp>
      <p:cxnSp>
        <p:nvCxnSpPr>
          <p:cNvPr id="20" name="직선 화살표 연결선 19"/>
          <p:cNvCxnSpPr/>
          <p:nvPr/>
        </p:nvCxnSpPr>
        <p:spPr>
          <a:xfrm rot="10800000">
            <a:off x="4000496" y="3286124"/>
            <a:ext cx="1143008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10800000" flipV="1">
            <a:off x="2214546" y="4143380"/>
            <a:ext cx="2928958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72066" y="4000504"/>
            <a:ext cx="408797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CSS</a:t>
            </a:r>
            <a:r>
              <a:rPr lang="ko-KR" altLang="en-US" sz="1400" dirty="0" smtClean="0"/>
              <a:t>파일의 </a:t>
            </a:r>
            <a:r>
              <a:rPr lang="en-US" altLang="ko-KR" sz="1400" dirty="0" err="1" smtClean="0"/>
              <a:t>charset</a:t>
            </a:r>
            <a:r>
              <a:rPr lang="ko-KR" altLang="en-US" sz="1400" dirty="0" smtClean="0"/>
              <a:t>이 </a:t>
            </a:r>
            <a:r>
              <a:rPr lang="en-US" altLang="ko-KR" sz="1400" dirty="0" smtClean="0"/>
              <a:t>HTML</a:t>
            </a:r>
            <a:r>
              <a:rPr lang="ko-KR" altLang="en-US" sz="1400" dirty="0" smtClean="0"/>
              <a:t>의 </a:t>
            </a:r>
            <a:r>
              <a:rPr lang="en-US" altLang="ko-KR" sz="1400" dirty="0" err="1" smtClean="0"/>
              <a:t>charset</a:t>
            </a:r>
            <a:r>
              <a:rPr lang="ko-KR" altLang="en-US" sz="1400" dirty="0" smtClean="0"/>
              <a:t>과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ko-KR" altLang="en-US" sz="1400" dirty="0" smtClean="0"/>
              <a:t>일치하지 않으면 한글이 사용되는 디자인코드가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적용되지 않는다</a:t>
            </a:r>
            <a:r>
              <a:rPr lang="en-US" altLang="ko-KR" sz="1400" dirty="0" smtClean="0"/>
              <a:t>.  =&gt; </a:t>
            </a:r>
            <a:r>
              <a:rPr lang="ko-KR" altLang="en-US" sz="1400" dirty="0" smtClean="0"/>
              <a:t>글꼴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*</a:t>
            </a:r>
            <a:r>
              <a:rPr lang="en-US" altLang="ko-KR" sz="1400" dirty="0" err="1" smtClean="0"/>
              <a:t>charset</a:t>
            </a:r>
            <a:r>
              <a:rPr lang="ko-KR" altLang="en-US" sz="1400" dirty="0" smtClean="0"/>
              <a:t>은 일치되도록 구성한다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cxnSp>
        <p:nvCxnSpPr>
          <p:cNvPr id="25" name="직선 화살표 연결선 24"/>
          <p:cNvCxnSpPr>
            <a:stCxn id="5" idx="2"/>
          </p:cNvCxnSpPr>
          <p:nvPr/>
        </p:nvCxnSpPr>
        <p:spPr>
          <a:xfrm rot="5400000">
            <a:off x="990396" y="3841758"/>
            <a:ext cx="978097" cy="1053887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5" idx="2"/>
          </p:cNvCxnSpPr>
          <p:nvPr/>
        </p:nvCxnSpPr>
        <p:spPr>
          <a:xfrm rot="16200000" flipH="1">
            <a:off x="2402476" y="3483563"/>
            <a:ext cx="663772" cy="1455951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7938071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*CSS</a:t>
            </a:r>
            <a:r>
              <a:rPr lang="ko-KR" altLang="en-US" dirty="0" smtClean="0"/>
              <a:t>에서 제공하는 </a:t>
            </a:r>
            <a:r>
              <a:rPr lang="en-US" altLang="ko-KR" dirty="0" smtClean="0"/>
              <a:t>selector</a:t>
            </a:r>
            <a:r>
              <a:rPr lang="ko-KR" altLang="en-US" dirty="0" smtClean="0"/>
              <a:t>들</a:t>
            </a:r>
            <a:endParaRPr lang="en-US" altLang="ko-KR" dirty="0" smtClean="0"/>
          </a:p>
          <a:p>
            <a:r>
              <a:rPr lang="en-US" altLang="ko-KR" sz="1600" dirty="0" smtClean="0"/>
              <a:t> - embed</a:t>
            </a:r>
            <a:r>
              <a:rPr lang="ko-KR" altLang="en-US" sz="1600" dirty="0" smtClean="0"/>
              <a:t>방식</a:t>
            </a:r>
            <a:r>
              <a:rPr lang="en-US" altLang="ko-KR" sz="1600" dirty="0" smtClean="0"/>
              <a:t>, external file</a:t>
            </a:r>
            <a:r>
              <a:rPr lang="ko-KR" altLang="en-US" sz="1600" dirty="0" smtClean="0"/>
              <a:t>방식에서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디자인을 </a:t>
            </a:r>
            <a:r>
              <a:rPr lang="ko-KR" altLang="en-US" sz="1600" dirty="0" err="1" smtClean="0"/>
              <a:t>적용받을</a:t>
            </a:r>
            <a:r>
              <a:rPr lang="ko-KR" altLang="en-US" sz="1600" dirty="0" smtClean="0"/>
              <a:t> 태그를 선택하거나</a:t>
            </a:r>
            <a:r>
              <a:rPr lang="en-US" altLang="ko-KR" sz="1600" dirty="0" smtClean="0"/>
              <a:t>, 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r>
              <a:rPr lang="ko-KR" altLang="en-US" sz="1600" dirty="0" smtClean="0"/>
              <a:t>정의되는 여러 디자인을 하나의 이름으로 묶을 때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selector</a:t>
            </a:r>
            <a:r>
              <a:rPr lang="ko-KR" altLang="en-US" sz="1600" dirty="0" smtClean="0"/>
              <a:t>의 종류 </a:t>
            </a:r>
            <a:r>
              <a:rPr lang="en-US" altLang="ko-KR" sz="1600" dirty="0" smtClean="0"/>
              <a:t>: id selector, class selector, tag selector, name( attribute) selector,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sub selector, behavior selector, multiple  selector</a:t>
            </a:r>
            <a:r>
              <a:rPr lang="ko-KR" altLang="en-US" sz="1600" dirty="0" smtClean="0"/>
              <a:t>등 제공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형식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selector { </a:t>
            </a:r>
            <a:r>
              <a:rPr lang="ko-KR" altLang="en-US" sz="1600" dirty="0" smtClean="0"/>
              <a:t>속성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값</a:t>
            </a:r>
            <a:r>
              <a:rPr lang="en-US" altLang="ko-KR" sz="1600" b="1" dirty="0" smtClean="0"/>
              <a:t>;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속성</a:t>
            </a:r>
            <a:r>
              <a:rPr lang="en-US" altLang="ko-KR" sz="1600" dirty="0" smtClean="0"/>
              <a:t>:</a:t>
            </a:r>
            <a:r>
              <a:rPr lang="ko-KR" altLang="en-US" sz="1600" dirty="0" smtClean="0"/>
              <a:t>값</a:t>
            </a:r>
            <a:r>
              <a:rPr lang="en-US" altLang="ko-KR" sz="1600" b="1" dirty="0" smtClean="0"/>
              <a:t>;</a:t>
            </a:r>
            <a:r>
              <a:rPr lang="en-US" altLang="ko-KR" sz="1600" dirty="0" smtClean="0"/>
              <a:t> ,,,,, }</a:t>
            </a:r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0800000">
            <a:off x="2071670" y="2500306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285984" y="2571744"/>
            <a:ext cx="4065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단일 값</a:t>
            </a:r>
            <a:r>
              <a:rPr lang="en-US" altLang="ko-KR" sz="1200" dirty="0"/>
              <a:t> </a:t>
            </a:r>
            <a:r>
              <a:rPr lang="en-US" altLang="ko-KR" sz="1200" dirty="0" smtClean="0"/>
              <a:t>:  </a:t>
            </a:r>
            <a:r>
              <a:rPr lang="ko-KR" altLang="en-US" sz="1200" dirty="0" smtClean="0"/>
              <a:t>속성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값</a:t>
            </a:r>
            <a:r>
              <a:rPr lang="en-US" altLang="ko-KR" sz="1200" dirty="0" smtClean="0"/>
              <a:t>;   - display : none</a:t>
            </a:r>
          </a:p>
          <a:p>
            <a:r>
              <a:rPr lang="ko-KR" altLang="en-US" sz="1200" b="1" dirty="0" smtClean="0"/>
              <a:t>복합 값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:  </a:t>
            </a:r>
            <a:r>
              <a:rPr lang="ko-KR" altLang="en-US" sz="1200" dirty="0" smtClean="0"/>
              <a:t>속성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값 값 값 </a:t>
            </a:r>
            <a:r>
              <a:rPr lang="en-US" altLang="ko-KR" sz="1200" dirty="0" smtClean="0"/>
              <a:t>,,,;  border: </a:t>
            </a:r>
            <a:r>
              <a:rPr lang="ko-KR" altLang="en-US" sz="1200" dirty="0" smtClean="0"/>
              <a:t>선두께 </a:t>
            </a:r>
            <a:r>
              <a:rPr lang="ko-KR" altLang="en-US" sz="1200" dirty="0" err="1" smtClean="0"/>
              <a:t>선종류</a:t>
            </a:r>
            <a:r>
              <a:rPr lang="ko-KR" altLang="en-US" sz="1200" dirty="0" smtClean="0"/>
              <a:t> </a:t>
            </a:r>
            <a:r>
              <a:rPr lang="ko-KR" altLang="en-US" sz="1200" dirty="0" err="1" smtClean="0"/>
              <a:t>선색</a:t>
            </a:r>
            <a:r>
              <a:rPr lang="en-US" altLang="ko-KR" sz="1200" dirty="0" smtClean="0"/>
              <a:t>;</a:t>
            </a:r>
            <a:endParaRPr lang="ko-KR" altLang="en-US" sz="1200" dirty="0"/>
          </a:p>
        </p:txBody>
      </p:sp>
      <p:sp>
        <p:nvSpPr>
          <p:cNvPr id="8" name="자유형 7"/>
          <p:cNvSpPr/>
          <p:nvPr/>
        </p:nvSpPr>
        <p:spPr>
          <a:xfrm>
            <a:off x="4214813" y="2425762"/>
            <a:ext cx="485775" cy="274576"/>
          </a:xfrm>
          <a:custGeom>
            <a:avLst/>
            <a:gdLst>
              <a:gd name="connsiteX0" fmla="*/ 485775 w 485775"/>
              <a:gd name="connsiteY0" fmla="*/ 274576 h 274576"/>
              <a:gd name="connsiteX1" fmla="*/ 481012 w 485775"/>
              <a:gd name="connsiteY1" fmla="*/ 145988 h 274576"/>
              <a:gd name="connsiteX2" fmla="*/ 471487 w 485775"/>
              <a:gd name="connsiteY2" fmla="*/ 117413 h 274576"/>
              <a:gd name="connsiteX3" fmla="*/ 466725 w 485775"/>
              <a:gd name="connsiteY3" fmla="*/ 98363 h 274576"/>
              <a:gd name="connsiteX4" fmla="*/ 447675 w 485775"/>
              <a:gd name="connsiteY4" fmla="*/ 55501 h 274576"/>
              <a:gd name="connsiteX5" fmla="*/ 400050 w 485775"/>
              <a:gd name="connsiteY5" fmla="*/ 26926 h 274576"/>
              <a:gd name="connsiteX6" fmla="*/ 366712 w 485775"/>
              <a:gd name="connsiteY6" fmla="*/ 7876 h 274576"/>
              <a:gd name="connsiteX7" fmla="*/ 223837 w 485775"/>
              <a:gd name="connsiteY7" fmla="*/ 12638 h 274576"/>
              <a:gd name="connsiteX8" fmla="*/ 171450 w 485775"/>
              <a:gd name="connsiteY8" fmla="*/ 36451 h 274576"/>
              <a:gd name="connsiteX9" fmla="*/ 142875 w 485775"/>
              <a:gd name="connsiteY9" fmla="*/ 45976 h 274576"/>
              <a:gd name="connsiteX10" fmla="*/ 128587 w 485775"/>
              <a:gd name="connsiteY10" fmla="*/ 65026 h 274576"/>
              <a:gd name="connsiteX11" fmla="*/ 100012 w 485775"/>
              <a:gd name="connsiteY11" fmla="*/ 88838 h 274576"/>
              <a:gd name="connsiteX12" fmla="*/ 76200 w 485775"/>
              <a:gd name="connsiteY12" fmla="*/ 112651 h 274576"/>
              <a:gd name="connsiteX13" fmla="*/ 71437 w 485775"/>
              <a:gd name="connsiteY13" fmla="*/ 126938 h 274576"/>
              <a:gd name="connsiteX14" fmla="*/ 47625 w 485775"/>
              <a:gd name="connsiteY14" fmla="*/ 155513 h 274576"/>
              <a:gd name="connsiteX15" fmla="*/ 42862 w 485775"/>
              <a:gd name="connsiteY15" fmla="*/ 169801 h 274576"/>
              <a:gd name="connsiteX16" fmla="*/ 14287 w 485775"/>
              <a:gd name="connsiteY16" fmla="*/ 217426 h 274576"/>
              <a:gd name="connsiteX17" fmla="*/ 0 w 485775"/>
              <a:gd name="connsiteY17" fmla="*/ 236476 h 274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85775" h="274576">
                <a:moveTo>
                  <a:pt x="485775" y="274576"/>
                </a:moveTo>
                <a:cubicBezTo>
                  <a:pt x="484187" y="231713"/>
                  <a:pt x="484895" y="188704"/>
                  <a:pt x="481012" y="145988"/>
                </a:cubicBezTo>
                <a:cubicBezTo>
                  <a:pt x="480103" y="135989"/>
                  <a:pt x="473922" y="127154"/>
                  <a:pt x="471487" y="117413"/>
                </a:cubicBezTo>
                <a:cubicBezTo>
                  <a:pt x="469900" y="111063"/>
                  <a:pt x="468606" y="104632"/>
                  <a:pt x="466725" y="98363"/>
                </a:cubicBezTo>
                <a:cubicBezTo>
                  <a:pt x="463658" y="88140"/>
                  <a:pt x="458056" y="64584"/>
                  <a:pt x="447675" y="55501"/>
                </a:cubicBezTo>
                <a:cubicBezTo>
                  <a:pt x="425745" y="36312"/>
                  <a:pt x="421555" y="39214"/>
                  <a:pt x="400050" y="26926"/>
                </a:cubicBezTo>
                <a:cubicBezTo>
                  <a:pt x="352929" y="0"/>
                  <a:pt x="424278" y="36659"/>
                  <a:pt x="366712" y="7876"/>
                </a:cubicBezTo>
                <a:cubicBezTo>
                  <a:pt x="319087" y="9463"/>
                  <a:pt x="271411" y="9919"/>
                  <a:pt x="223837" y="12638"/>
                </a:cubicBezTo>
                <a:cubicBezTo>
                  <a:pt x="176792" y="15326"/>
                  <a:pt x="223741" y="19021"/>
                  <a:pt x="171450" y="36451"/>
                </a:cubicBezTo>
                <a:lnTo>
                  <a:pt x="142875" y="45976"/>
                </a:lnTo>
                <a:cubicBezTo>
                  <a:pt x="138112" y="52326"/>
                  <a:pt x="134200" y="59413"/>
                  <a:pt x="128587" y="65026"/>
                </a:cubicBezTo>
                <a:cubicBezTo>
                  <a:pt x="91130" y="102483"/>
                  <a:pt x="139018" y="42032"/>
                  <a:pt x="100012" y="88838"/>
                </a:cubicBezTo>
                <a:cubicBezTo>
                  <a:pt x="80166" y="112653"/>
                  <a:pt x="102395" y="95187"/>
                  <a:pt x="76200" y="112651"/>
                </a:cubicBezTo>
                <a:cubicBezTo>
                  <a:pt x="74612" y="117413"/>
                  <a:pt x="74222" y="122761"/>
                  <a:pt x="71437" y="126938"/>
                </a:cubicBezTo>
                <a:cubicBezTo>
                  <a:pt x="50375" y="158531"/>
                  <a:pt x="63204" y="124356"/>
                  <a:pt x="47625" y="155513"/>
                </a:cubicBezTo>
                <a:cubicBezTo>
                  <a:pt x="45380" y="160003"/>
                  <a:pt x="44840" y="165187"/>
                  <a:pt x="42862" y="169801"/>
                </a:cubicBezTo>
                <a:cubicBezTo>
                  <a:pt x="34075" y="190304"/>
                  <a:pt x="27830" y="197111"/>
                  <a:pt x="14287" y="217426"/>
                </a:cubicBezTo>
                <a:cubicBezTo>
                  <a:pt x="3517" y="233580"/>
                  <a:pt x="8809" y="227666"/>
                  <a:pt x="0" y="236476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4929190" y="2814624"/>
            <a:ext cx="1247773" cy="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자유형 12"/>
          <p:cNvSpPr/>
          <p:nvPr/>
        </p:nvSpPr>
        <p:spPr>
          <a:xfrm>
            <a:off x="4672013" y="2662238"/>
            <a:ext cx="888218" cy="186239"/>
          </a:xfrm>
          <a:custGeom>
            <a:avLst/>
            <a:gdLst>
              <a:gd name="connsiteX0" fmla="*/ 885825 w 888218"/>
              <a:gd name="connsiteY0" fmla="*/ 128587 h 186239"/>
              <a:gd name="connsiteX1" fmla="*/ 881062 w 888218"/>
              <a:gd name="connsiteY1" fmla="*/ 66675 h 186239"/>
              <a:gd name="connsiteX2" fmla="*/ 838200 w 888218"/>
              <a:gd name="connsiteY2" fmla="*/ 33337 h 186239"/>
              <a:gd name="connsiteX3" fmla="*/ 823912 w 888218"/>
              <a:gd name="connsiteY3" fmla="*/ 19050 h 186239"/>
              <a:gd name="connsiteX4" fmla="*/ 809625 w 888218"/>
              <a:gd name="connsiteY4" fmla="*/ 14287 h 186239"/>
              <a:gd name="connsiteX5" fmla="*/ 714375 w 888218"/>
              <a:gd name="connsiteY5" fmla="*/ 0 h 186239"/>
              <a:gd name="connsiteX6" fmla="*/ 461962 w 888218"/>
              <a:gd name="connsiteY6" fmla="*/ 4762 h 186239"/>
              <a:gd name="connsiteX7" fmla="*/ 438150 w 888218"/>
              <a:gd name="connsiteY7" fmla="*/ 9525 h 186239"/>
              <a:gd name="connsiteX8" fmla="*/ 409575 w 888218"/>
              <a:gd name="connsiteY8" fmla="*/ 19050 h 186239"/>
              <a:gd name="connsiteX9" fmla="*/ 395287 w 888218"/>
              <a:gd name="connsiteY9" fmla="*/ 23812 h 186239"/>
              <a:gd name="connsiteX10" fmla="*/ 376237 w 888218"/>
              <a:gd name="connsiteY10" fmla="*/ 33337 h 186239"/>
              <a:gd name="connsiteX11" fmla="*/ 347662 w 888218"/>
              <a:gd name="connsiteY11" fmla="*/ 42862 h 186239"/>
              <a:gd name="connsiteX12" fmla="*/ 333375 w 888218"/>
              <a:gd name="connsiteY12" fmla="*/ 47625 h 186239"/>
              <a:gd name="connsiteX13" fmla="*/ 319087 w 888218"/>
              <a:gd name="connsiteY13" fmla="*/ 52387 h 186239"/>
              <a:gd name="connsiteX14" fmla="*/ 304800 w 888218"/>
              <a:gd name="connsiteY14" fmla="*/ 61912 h 186239"/>
              <a:gd name="connsiteX15" fmla="*/ 280987 w 888218"/>
              <a:gd name="connsiteY15" fmla="*/ 71437 h 186239"/>
              <a:gd name="connsiteX16" fmla="*/ 252412 w 888218"/>
              <a:gd name="connsiteY16" fmla="*/ 80962 h 186239"/>
              <a:gd name="connsiteX17" fmla="*/ 223837 w 888218"/>
              <a:gd name="connsiteY17" fmla="*/ 90487 h 186239"/>
              <a:gd name="connsiteX18" fmla="*/ 209550 w 888218"/>
              <a:gd name="connsiteY18" fmla="*/ 95250 h 186239"/>
              <a:gd name="connsiteX19" fmla="*/ 195262 w 888218"/>
              <a:gd name="connsiteY19" fmla="*/ 100012 h 186239"/>
              <a:gd name="connsiteX20" fmla="*/ 176212 w 888218"/>
              <a:gd name="connsiteY20" fmla="*/ 109537 h 186239"/>
              <a:gd name="connsiteX21" fmla="*/ 161925 w 888218"/>
              <a:gd name="connsiteY21" fmla="*/ 119062 h 186239"/>
              <a:gd name="connsiteX22" fmla="*/ 133350 w 888218"/>
              <a:gd name="connsiteY22" fmla="*/ 128587 h 186239"/>
              <a:gd name="connsiteX23" fmla="*/ 100012 w 888218"/>
              <a:gd name="connsiteY23" fmla="*/ 142875 h 186239"/>
              <a:gd name="connsiteX24" fmla="*/ 80962 w 888218"/>
              <a:gd name="connsiteY24" fmla="*/ 152400 h 186239"/>
              <a:gd name="connsiteX25" fmla="*/ 66675 w 888218"/>
              <a:gd name="connsiteY25" fmla="*/ 161925 h 186239"/>
              <a:gd name="connsiteX26" fmla="*/ 47625 w 888218"/>
              <a:gd name="connsiteY26" fmla="*/ 166687 h 186239"/>
              <a:gd name="connsiteX27" fmla="*/ 33337 w 888218"/>
              <a:gd name="connsiteY27" fmla="*/ 176212 h 186239"/>
              <a:gd name="connsiteX28" fmla="*/ 0 w 888218"/>
              <a:gd name="connsiteY28" fmla="*/ 185737 h 186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88218" h="186239">
                <a:moveTo>
                  <a:pt x="885825" y="128587"/>
                </a:moveTo>
                <a:cubicBezTo>
                  <a:pt x="884237" y="107950"/>
                  <a:pt x="888218" y="86097"/>
                  <a:pt x="881062" y="66675"/>
                </a:cubicBezTo>
                <a:cubicBezTo>
                  <a:pt x="872067" y="42261"/>
                  <a:pt x="856646" y="39487"/>
                  <a:pt x="838200" y="33337"/>
                </a:cubicBezTo>
                <a:cubicBezTo>
                  <a:pt x="833437" y="28575"/>
                  <a:pt x="829516" y="22786"/>
                  <a:pt x="823912" y="19050"/>
                </a:cubicBezTo>
                <a:cubicBezTo>
                  <a:pt x="819735" y="16265"/>
                  <a:pt x="814468" y="15608"/>
                  <a:pt x="809625" y="14287"/>
                </a:cubicBezTo>
                <a:cubicBezTo>
                  <a:pt x="759780" y="692"/>
                  <a:pt x="774640" y="5022"/>
                  <a:pt x="714375" y="0"/>
                </a:cubicBezTo>
                <a:lnTo>
                  <a:pt x="461962" y="4762"/>
                </a:lnTo>
                <a:cubicBezTo>
                  <a:pt x="453872" y="5041"/>
                  <a:pt x="445959" y="7395"/>
                  <a:pt x="438150" y="9525"/>
                </a:cubicBezTo>
                <a:cubicBezTo>
                  <a:pt x="428464" y="12167"/>
                  <a:pt x="419100" y="15875"/>
                  <a:pt x="409575" y="19050"/>
                </a:cubicBezTo>
                <a:cubicBezTo>
                  <a:pt x="404812" y="20637"/>
                  <a:pt x="399777" y="21567"/>
                  <a:pt x="395287" y="23812"/>
                </a:cubicBezTo>
                <a:cubicBezTo>
                  <a:pt x="388937" y="26987"/>
                  <a:pt x="382829" y="30700"/>
                  <a:pt x="376237" y="33337"/>
                </a:cubicBezTo>
                <a:cubicBezTo>
                  <a:pt x="366915" y="37066"/>
                  <a:pt x="357187" y="39687"/>
                  <a:pt x="347662" y="42862"/>
                </a:cubicBezTo>
                <a:lnTo>
                  <a:pt x="333375" y="47625"/>
                </a:lnTo>
                <a:lnTo>
                  <a:pt x="319087" y="52387"/>
                </a:lnTo>
                <a:cubicBezTo>
                  <a:pt x="314325" y="55562"/>
                  <a:pt x="309919" y="59352"/>
                  <a:pt x="304800" y="61912"/>
                </a:cubicBezTo>
                <a:cubicBezTo>
                  <a:pt x="297153" y="65735"/>
                  <a:pt x="289021" y="68515"/>
                  <a:pt x="280987" y="71437"/>
                </a:cubicBezTo>
                <a:cubicBezTo>
                  <a:pt x="271551" y="74868"/>
                  <a:pt x="261937" y="77787"/>
                  <a:pt x="252412" y="80962"/>
                </a:cubicBezTo>
                <a:lnTo>
                  <a:pt x="223837" y="90487"/>
                </a:lnTo>
                <a:lnTo>
                  <a:pt x="209550" y="95250"/>
                </a:lnTo>
                <a:cubicBezTo>
                  <a:pt x="204787" y="96838"/>
                  <a:pt x="199752" y="97767"/>
                  <a:pt x="195262" y="100012"/>
                </a:cubicBezTo>
                <a:cubicBezTo>
                  <a:pt x="188912" y="103187"/>
                  <a:pt x="182376" y="106015"/>
                  <a:pt x="176212" y="109537"/>
                </a:cubicBezTo>
                <a:cubicBezTo>
                  <a:pt x="171242" y="112377"/>
                  <a:pt x="167155" y="116737"/>
                  <a:pt x="161925" y="119062"/>
                </a:cubicBezTo>
                <a:cubicBezTo>
                  <a:pt x="152750" y="123140"/>
                  <a:pt x="133350" y="128587"/>
                  <a:pt x="133350" y="128587"/>
                </a:cubicBezTo>
                <a:cubicBezTo>
                  <a:pt x="104395" y="147890"/>
                  <a:pt x="135159" y="129694"/>
                  <a:pt x="100012" y="142875"/>
                </a:cubicBezTo>
                <a:cubicBezTo>
                  <a:pt x="93365" y="145368"/>
                  <a:pt x="87126" y="148878"/>
                  <a:pt x="80962" y="152400"/>
                </a:cubicBezTo>
                <a:cubicBezTo>
                  <a:pt x="75992" y="155240"/>
                  <a:pt x="71936" y="159670"/>
                  <a:pt x="66675" y="161925"/>
                </a:cubicBezTo>
                <a:cubicBezTo>
                  <a:pt x="60659" y="164503"/>
                  <a:pt x="53975" y="165100"/>
                  <a:pt x="47625" y="166687"/>
                </a:cubicBezTo>
                <a:cubicBezTo>
                  <a:pt x="42862" y="169862"/>
                  <a:pt x="38568" y="173887"/>
                  <a:pt x="33337" y="176212"/>
                </a:cubicBezTo>
                <a:cubicBezTo>
                  <a:pt x="10776" y="186239"/>
                  <a:pt x="13613" y="185737"/>
                  <a:pt x="0" y="185737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143504" y="2539837"/>
            <a:ext cx="1544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/>
              <a:t>3</a:t>
            </a:r>
            <a:r>
              <a:rPr lang="ko-KR" altLang="en-US" sz="1000" dirty="0" smtClean="0"/>
              <a:t>개의 값이 한번에 입력</a:t>
            </a:r>
            <a:endParaRPr lang="ko-KR" alt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571472" y="3286124"/>
            <a:ext cx="360579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&lt;!DOCTYPE html&gt;</a:t>
            </a:r>
          </a:p>
          <a:p>
            <a:r>
              <a:rPr lang="en-US" altLang="ko-KR" sz="1200" dirty="0" smtClean="0"/>
              <a:t>&lt;html&gt;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&lt;title&gt;&lt;/title&gt;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&lt;style type=“text/</a:t>
            </a:r>
            <a:r>
              <a:rPr lang="en-US" altLang="ko-KR" sz="1200" dirty="0" err="1" smtClean="0"/>
              <a:t>css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 smtClean="0"/>
              <a:t>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</a:t>
            </a:r>
            <a:r>
              <a:rPr lang="en-US" altLang="ko-KR" sz="1200" b="1" dirty="0" smtClean="0"/>
              <a:t>selector</a:t>
            </a:r>
            <a:r>
              <a:rPr lang="en-US" altLang="ko-KR" sz="1200" dirty="0" smtClean="0"/>
              <a:t>{ </a:t>
            </a:r>
            <a:r>
              <a:rPr lang="ko-KR" altLang="en-US" sz="1200" dirty="0" smtClean="0"/>
              <a:t>디자인 코드들</a:t>
            </a:r>
            <a:r>
              <a:rPr lang="en-US" altLang="ko-KR" sz="1200" dirty="0" smtClean="0"/>
              <a:t>….. }       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&lt;/style&gt;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&lt;body&gt;</a:t>
            </a:r>
          </a:p>
          <a:p>
            <a:r>
              <a:rPr lang="en-US" altLang="ko-KR" sz="1200" dirty="0" smtClean="0"/>
              <a:t>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</a:t>
            </a:r>
            <a:r>
              <a:rPr lang="ko-KR" altLang="en-US" sz="1200" dirty="0" smtClean="0"/>
              <a:t>디자인을 사용하려는 </a:t>
            </a:r>
            <a:r>
              <a:rPr lang="en-US" altLang="ko-KR" sz="1200" dirty="0" smtClean="0"/>
              <a:t>tag</a:t>
            </a:r>
            <a:r>
              <a:rPr lang="ko-KR" altLang="en-US" sz="1200" dirty="0" smtClean="0"/>
              <a:t>에서 </a:t>
            </a:r>
            <a:r>
              <a:rPr lang="en-US" altLang="ko-KR" sz="1200" dirty="0" smtClean="0"/>
              <a:t>selector </a:t>
            </a:r>
            <a:r>
              <a:rPr lang="ko-KR" altLang="en-US" sz="1200" dirty="0" smtClean="0"/>
              <a:t>사용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endParaRPr lang="en-US" altLang="ko-KR" sz="1200" dirty="0"/>
          </a:p>
          <a:p>
            <a:r>
              <a:rPr lang="en-US" altLang="ko-KR" sz="1200" dirty="0" smtClean="0"/>
              <a:t>  &lt;/body&gt;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&lt;/html&gt;</a:t>
            </a:r>
            <a:endParaRPr lang="ko-KR" altLang="en-US" sz="1200" dirty="0"/>
          </a:p>
        </p:txBody>
      </p:sp>
      <p:sp>
        <p:nvSpPr>
          <p:cNvPr id="16" name="자유형 15"/>
          <p:cNvSpPr/>
          <p:nvPr/>
        </p:nvSpPr>
        <p:spPr>
          <a:xfrm>
            <a:off x="1423988" y="4326052"/>
            <a:ext cx="852487" cy="164986"/>
          </a:xfrm>
          <a:custGeom>
            <a:avLst/>
            <a:gdLst>
              <a:gd name="connsiteX0" fmla="*/ 852487 w 852487"/>
              <a:gd name="connsiteY0" fmla="*/ 164986 h 164986"/>
              <a:gd name="connsiteX1" fmla="*/ 823912 w 852487"/>
              <a:gd name="connsiteY1" fmla="*/ 155461 h 164986"/>
              <a:gd name="connsiteX2" fmla="*/ 795337 w 852487"/>
              <a:gd name="connsiteY2" fmla="*/ 131648 h 164986"/>
              <a:gd name="connsiteX3" fmla="*/ 766762 w 852487"/>
              <a:gd name="connsiteY3" fmla="*/ 112598 h 164986"/>
              <a:gd name="connsiteX4" fmla="*/ 752475 w 852487"/>
              <a:gd name="connsiteY4" fmla="*/ 98311 h 164986"/>
              <a:gd name="connsiteX5" fmla="*/ 733425 w 852487"/>
              <a:gd name="connsiteY5" fmla="*/ 88786 h 164986"/>
              <a:gd name="connsiteX6" fmla="*/ 704850 w 852487"/>
              <a:gd name="connsiteY6" fmla="*/ 74498 h 164986"/>
              <a:gd name="connsiteX7" fmla="*/ 685800 w 852487"/>
              <a:gd name="connsiteY7" fmla="*/ 64973 h 164986"/>
              <a:gd name="connsiteX8" fmla="*/ 671512 w 852487"/>
              <a:gd name="connsiteY8" fmla="*/ 55448 h 164986"/>
              <a:gd name="connsiteX9" fmla="*/ 647700 w 852487"/>
              <a:gd name="connsiteY9" fmla="*/ 50686 h 164986"/>
              <a:gd name="connsiteX10" fmla="*/ 600075 w 852487"/>
              <a:gd name="connsiteY10" fmla="*/ 36398 h 164986"/>
              <a:gd name="connsiteX11" fmla="*/ 542925 w 852487"/>
              <a:gd name="connsiteY11" fmla="*/ 26873 h 164986"/>
              <a:gd name="connsiteX12" fmla="*/ 495300 w 852487"/>
              <a:gd name="connsiteY12" fmla="*/ 22111 h 164986"/>
              <a:gd name="connsiteX13" fmla="*/ 481012 w 852487"/>
              <a:gd name="connsiteY13" fmla="*/ 17348 h 164986"/>
              <a:gd name="connsiteX14" fmla="*/ 290512 w 852487"/>
              <a:gd name="connsiteY14" fmla="*/ 12586 h 164986"/>
              <a:gd name="connsiteX15" fmla="*/ 238125 w 852487"/>
              <a:gd name="connsiteY15" fmla="*/ 26873 h 164986"/>
              <a:gd name="connsiteX16" fmla="*/ 219075 w 852487"/>
              <a:gd name="connsiteY16" fmla="*/ 36398 h 164986"/>
              <a:gd name="connsiteX17" fmla="*/ 180975 w 852487"/>
              <a:gd name="connsiteY17" fmla="*/ 45923 h 164986"/>
              <a:gd name="connsiteX18" fmla="*/ 166687 w 852487"/>
              <a:gd name="connsiteY18" fmla="*/ 50686 h 164986"/>
              <a:gd name="connsiteX19" fmla="*/ 123825 w 852487"/>
              <a:gd name="connsiteY19" fmla="*/ 74498 h 164986"/>
              <a:gd name="connsiteX20" fmla="*/ 109537 w 852487"/>
              <a:gd name="connsiteY20" fmla="*/ 84023 h 164986"/>
              <a:gd name="connsiteX21" fmla="*/ 95250 w 852487"/>
              <a:gd name="connsiteY21" fmla="*/ 88786 h 164986"/>
              <a:gd name="connsiteX22" fmla="*/ 76200 w 852487"/>
              <a:gd name="connsiteY22" fmla="*/ 98311 h 164986"/>
              <a:gd name="connsiteX23" fmla="*/ 47625 w 852487"/>
              <a:gd name="connsiteY23" fmla="*/ 112598 h 164986"/>
              <a:gd name="connsiteX24" fmla="*/ 23812 w 852487"/>
              <a:gd name="connsiteY24" fmla="*/ 136411 h 164986"/>
              <a:gd name="connsiteX25" fmla="*/ 9525 w 852487"/>
              <a:gd name="connsiteY25" fmla="*/ 145936 h 164986"/>
              <a:gd name="connsiteX26" fmla="*/ 0 w 852487"/>
              <a:gd name="connsiteY26" fmla="*/ 155461 h 16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52487" h="164986">
                <a:moveTo>
                  <a:pt x="852487" y="164986"/>
                </a:moveTo>
                <a:cubicBezTo>
                  <a:pt x="842962" y="161811"/>
                  <a:pt x="831011" y="162561"/>
                  <a:pt x="823912" y="155461"/>
                </a:cubicBezTo>
                <a:cubicBezTo>
                  <a:pt x="782183" y="113729"/>
                  <a:pt x="835111" y="164793"/>
                  <a:pt x="795337" y="131648"/>
                </a:cubicBezTo>
                <a:cubicBezTo>
                  <a:pt x="771553" y="111829"/>
                  <a:pt x="791872" y="120969"/>
                  <a:pt x="766762" y="112598"/>
                </a:cubicBezTo>
                <a:cubicBezTo>
                  <a:pt x="762000" y="107836"/>
                  <a:pt x="757955" y="102226"/>
                  <a:pt x="752475" y="98311"/>
                </a:cubicBezTo>
                <a:cubicBezTo>
                  <a:pt x="746698" y="94185"/>
                  <a:pt x="739589" y="92308"/>
                  <a:pt x="733425" y="88786"/>
                </a:cubicBezTo>
                <a:cubicBezTo>
                  <a:pt x="687662" y="62636"/>
                  <a:pt x="748508" y="93209"/>
                  <a:pt x="704850" y="74498"/>
                </a:cubicBezTo>
                <a:cubicBezTo>
                  <a:pt x="698325" y="71701"/>
                  <a:pt x="691964" y="68495"/>
                  <a:pt x="685800" y="64973"/>
                </a:cubicBezTo>
                <a:cubicBezTo>
                  <a:pt x="680830" y="62133"/>
                  <a:pt x="676872" y="57458"/>
                  <a:pt x="671512" y="55448"/>
                </a:cubicBezTo>
                <a:cubicBezTo>
                  <a:pt x="663933" y="52606"/>
                  <a:pt x="655509" y="52816"/>
                  <a:pt x="647700" y="50686"/>
                </a:cubicBezTo>
                <a:cubicBezTo>
                  <a:pt x="595482" y="36445"/>
                  <a:pt x="640231" y="45321"/>
                  <a:pt x="600075" y="36398"/>
                </a:cubicBezTo>
                <a:cubicBezTo>
                  <a:pt x="579855" y="31905"/>
                  <a:pt x="564029" y="29356"/>
                  <a:pt x="542925" y="26873"/>
                </a:cubicBezTo>
                <a:cubicBezTo>
                  <a:pt x="527080" y="25009"/>
                  <a:pt x="511175" y="23698"/>
                  <a:pt x="495300" y="22111"/>
                </a:cubicBezTo>
                <a:cubicBezTo>
                  <a:pt x="490537" y="20523"/>
                  <a:pt x="485935" y="18333"/>
                  <a:pt x="481012" y="17348"/>
                </a:cubicBezTo>
                <a:cubicBezTo>
                  <a:pt x="394277" y="0"/>
                  <a:pt x="410257" y="8309"/>
                  <a:pt x="290512" y="12586"/>
                </a:cubicBezTo>
                <a:cubicBezTo>
                  <a:pt x="254258" y="24671"/>
                  <a:pt x="271782" y="20142"/>
                  <a:pt x="238125" y="26873"/>
                </a:cubicBezTo>
                <a:cubicBezTo>
                  <a:pt x="231775" y="30048"/>
                  <a:pt x="225810" y="34153"/>
                  <a:pt x="219075" y="36398"/>
                </a:cubicBezTo>
                <a:cubicBezTo>
                  <a:pt x="206656" y="40538"/>
                  <a:pt x="193394" y="41783"/>
                  <a:pt x="180975" y="45923"/>
                </a:cubicBezTo>
                <a:cubicBezTo>
                  <a:pt x="176212" y="47511"/>
                  <a:pt x="171076" y="48248"/>
                  <a:pt x="166687" y="50686"/>
                </a:cubicBezTo>
                <a:cubicBezTo>
                  <a:pt x="117562" y="77978"/>
                  <a:pt x="156152" y="63723"/>
                  <a:pt x="123825" y="74498"/>
                </a:cubicBezTo>
                <a:cubicBezTo>
                  <a:pt x="119062" y="77673"/>
                  <a:pt x="114657" y="81463"/>
                  <a:pt x="109537" y="84023"/>
                </a:cubicBezTo>
                <a:cubicBezTo>
                  <a:pt x="105047" y="86268"/>
                  <a:pt x="99864" y="86808"/>
                  <a:pt x="95250" y="88786"/>
                </a:cubicBezTo>
                <a:cubicBezTo>
                  <a:pt x="88725" y="91583"/>
                  <a:pt x="82364" y="94789"/>
                  <a:pt x="76200" y="98311"/>
                </a:cubicBezTo>
                <a:cubicBezTo>
                  <a:pt x="50351" y="113082"/>
                  <a:pt x="73818" y="103868"/>
                  <a:pt x="47625" y="112598"/>
                </a:cubicBezTo>
                <a:cubicBezTo>
                  <a:pt x="9528" y="137995"/>
                  <a:pt x="55559" y="104663"/>
                  <a:pt x="23812" y="136411"/>
                </a:cubicBezTo>
                <a:cubicBezTo>
                  <a:pt x="19765" y="140458"/>
                  <a:pt x="13994" y="142360"/>
                  <a:pt x="9525" y="145936"/>
                </a:cubicBezTo>
                <a:cubicBezTo>
                  <a:pt x="6019" y="148741"/>
                  <a:pt x="3175" y="152286"/>
                  <a:pt x="0" y="155461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 16"/>
          <p:cNvSpPr/>
          <p:nvPr/>
        </p:nvSpPr>
        <p:spPr>
          <a:xfrm>
            <a:off x="1479207" y="4610100"/>
            <a:ext cx="2133929" cy="1027530"/>
          </a:xfrm>
          <a:custGeom>
            <a:avLst/>
            <a:gdLst>
              <a:gd name="connsiteX0" fmla="*/ 2121243 w 2133929"/>
              <a:gd name="connsiteY0" fmla="*/ 971550 h 1027530"/>
              <a:gd name="connsiteX1" fmla="*/ 2111718 w 2133929"/>
              <a:gd name="connsiteY1" fmla="*/ 857250 h 1027530"/>
              <a:gd name="connsiteX2" fmla="*/ 2102193 w 2133929"/>
              <a:gd name="connsiteY2" fmla="*/ 842963 h 1027530"/>
              <a:gd name="connsiteX3" fmla="*/ 2087906 w 2133929"/>
              <a:gd name="connsiteY3" fmla="*/ 809625 h 1027530"/>
              <a:gd name="connsiteX4" fmla="*/ 2073618 w 2133929"/>
              <a:gd name="connsiteY4" fmla="*/ 790575 h 1027530"/>
              <a:gd name="connsiteX5" fmla="*/ 2064093 w 2133929"/>
              <a:gd name="connsiteY5" fmla="*/ 771525 h 1027530"/>
              <a:gd name="connsiteX6" fmla="*/ 2035518 w 2133929"/>
              <a:gd name="connsiteY6" fmla="*/ 747713 h 1027530"/>
              <a:gd name="connsiteX7" fmla="*/ 2021231 w 2133929"/>
              <a:gd name="connsiteY7" fmla="*/ 733425 h 1027530"/>
              <a:gd name="connsiteX8" fmla="*/ 2006943 w 2133929"/>
              <a:gd name="connsiteY8" fmla="*/ 723900 h 1027530"/>
              <a:gd name="connsiteX9" fmla="*/ 1959318 w 2133929"/>
              <a:gd name="connsiteY9" fmla="*/ 690563 h 1027530"/>
              <a:gd name="connsiteX10" fmla="*/ 1930743 w 2133929"/>
              <a:gd name="connsiteY10" fmla="*/ 681038 h 1027530"/>
              <a:gd name="connsiteX11" fmla="*/ 1897406 w 2133929"/>
              <a:gd name="connsiteY11" fmla="*/ 661988 h 1027530"/>
              <a:gd name="connsiteX12" fmla="*/ 1883118 w 2133929"/>
              <a:gd name="connsiteY12" fmla="*/ 652463 h 1027530"/>
              <a:gd name="connsiteX13" fmla="*/ 1868831 w 2133929"/>
              <a:gd name="connsiteY13" fmla="*/ 647700 h 1027530"/>
              <a:gd name="connsiteX14" fmla="*/ 1825968 w 2133929"/>
              <a:gd name="connsiteY14" fmla="*/ 623888 h 1027530"/>
              <a:gd name="connsiteX15" fmla="*/ 1802156 w 2133929"/>
              <a:gd name="connsiteY15" fmla="*/ 619125 h 1027530"/>
              <a:gd name="connsiteX16" fmla="*/ 1773581 w 2133929"/>
              <a:gd name="connsiteY16" fmla="*/ 609600 h 1027530"/>
              <a:gd name="connsiteX17" fmla="*/ 1387818 w 2133929"/>
              <a:gd name="connsiteY17" fmla="*/ 590550 h 1027530"/>
              <a:gd name="connsiteX18" fmla="*/ 1349718 w 2133929"/>
              <a:gd name="connsiteY18" fmla="*/ 581025 h 1027530"/>
              <a:gd name="connsiteX19" fmla="*/ 1106831 w 2133929"/>
              <a:gd name="connsiteY19" fmla="*/ 590550 h 1027530"/>
              <a:gd name="connsiteX20" fmla="*/ 1078256 w 2133929"/>
              <a:gd name="connsiteY20" fmla="*/ 600075 h 1027530"/>
              <a:gd name="connsiteX21" fmla="*/ 682968 w 2133929"/>
              <a:gd name="connsiteY21" fmla="*/ 595313 h 1027530"/>
              <a:gd name="connsiteX22" fmla="*/ 654393 w 2133929"/>
              <a:gd name="connsiteY22" fmla="*/ 590550 h 1027530"/>
              <a:gd name="connsiteX23" fmla="*/ 602006 w 2133929"/>
              <a:gd name="connsiteY23" fmla="*/ 581025 h 1027530"/>
              <a:gd name="connsiteX24" fmla="*/ 573431 w 2133929"/>
              <a:gd name="connsiteY24" fmla="*/ 571500 h 1027530"/>
              <a:gd name="connsiteX25" fmla="*/ 525806 w 2133929"/>
              <a:gd name="connsiteY25" fmla="*/ 557213 h 1027530"/>
              <a:gd name="connsiteX26" fmla="*/ 506756 w 2133929"/>
              <a:gd name="connsiteY26" fmla="*/ 552450 h 1027530"/>
              <a:gd name="connsiteX27" fmla="*/ 463893 w 2133929"/>
              <a:gd name="connsiteY27" fmla="*/ 538163 h 1027530"/>
              <a:gd name="connsiteX28" fmla="*/ 416268 w 2133929"/>
              <a:gd name="connsiteY28" fmla="*/ 519113 h 1027530"/>
              <a:gd name="connsiteX29" fmla="*/ 392456 w 2133929"/>
              <a:gd name="connsiteY29" fmla="*/ 509588 h 1027530"/>
              <a:gd name="connsiteX30" fmla="*/ 373406 w 2133929"/>
              <a:gd name="connsiteY30" fmla="*/ 504825 h 1027530"/>
              <a:gd name="connsiteX31" fmla="*/ 359118 w 2133929"/>
              <a:gd name="connsiteY31" fmla="*/ 495300 h 1027530"/>
              <a:gd name="connsiteX32" fmla="*/ 330543 w 2133929"/>
              <a:gd name="connsiteY32" fmla="*/ 485775 h 1027530"/>
              <a:gd name="connsiteX33" fmla="*/ 297206 w 2133929"/>
              <a:gd name="connsiteY33" fmla="*/ 466725 h 1027530"/>
              <a:gd name="connsiteX34" fmla="*/ 282918 w 2133929"/>
              <a:gd name="connsiteY34" fmla="*/ 452438 h 1027530"/>
              <a:gd name="connsiteX35" fmla="*/ 259106 w 2133929"/>
              <a:gd name="connsiteY35" fmla="*/ 438150 h 1027530"/>
              <a:gd name="connsiteX36" fmla="*/ 240056 w 2133929"/>
              <a:gd name="connsiteY36" fmla="*/ 423863 h 1027530"/>
              <a:gd name="connsiteX37" fmla="*/ 225768 w 2133929"/>
              <a:gd name="connsiteY37" fmla="*/ 414338 h 1027530"/>
              <a:gd name="connsiteX38" fmla="*/ 206718 w 2133929"/>
              <a:gd name="connsiteY38" fmla="*/ 400050 h 1027530"/>
              <a:gd name="connsiteX39" fmla="*/ 192431 w 2133929"/>
              <a:gd name="connsiteY39" fmla="*/ 395288 h 1027530"/>
              <a:gd name="connsiteX40" fmla="*/ 178143 w 2133929"/>
              <a:gd name="connsiteY40" fmla="*/ 376238 h 1027530"/>
              <a:gd name="connsiteX41" fmla="*/ 163856 w 2133929"/>
              <a:gd name="connsiteY41" fmla="*/ 366713 h 1027530"/>
              <a:gd name="connsiteX42" fmla="*/ 154331 w 2133929"/>
              <a:gd name="connsiteY42" fmla="*/ 352425 h 1027530"/>
              <a:gd name="connsiteX43" fmla="*/ 140043 w 2133929"/>
              <a:gd name="connsiteY43" fmla="*/ 338138 h 1027530"/>
              <a:gd name="connsiteX44" fmla="*/ 106706 w 2133929"/>
              <a:gd name="connsiteY44" fmla="*/ 300038 h 1027530"/>
              <a:gd name="connsiteX45" fmla="*/ 87656 w 2133929"/>
              <a:gd name="connsiteY45" fmla="*/ 266700 h 1027530"/>
              <a:gd name="connsiteX46" fmla="*/ 82893 w 2133929"/>
              <a:gd name="connsiteY46" fmla="*/ 252413 h 1027530"/>
              <a:gd name="connsiteX47" fmla="*/ 73368 w 2133929"/>
              <a:gd name="connsiteY47" fmla="*/ 238125 h 1027530"/>
              <a:gd name="connsiteX48" fmla="*/ 68606 w 2133929"/>
              <a:gd name="connsiteY48" fmla="*/ 219075 h 1027530"/>
              <a:gd name="connsiteX49" fmla="*/ 59081 w 2133929"/>
              <a:gd name="connsiteY49" fmla="*/ 204788 h 1027530"/>
              <a:gd name="connsiteX50" fmla="*/ 49556 w 2133929"/>
              <a:gd name="connsiteY50" fmla="*/ 185738 h 1027530"/>
              <a:gd name="connsiteX51" fmla="*/ 40031 w 2133929"/>
              <a:gd name="connsiteY51" fmla="*/ 152400 h 1027530"/>
              <a:gd name="connsiteX52" fmla="*/ 30506 w 2133929"/>
              <a:gd name="connsiteY52" fmla="*/ 123825 h 1027530"/>
              <a:gd name="connsiteX53" fmla="*/ 25743 w 2133929"/>
              <a:gd name="connsiteY53" fmla="*/ 104775 h 1027530"/>
              <a:gd name="connsiteX54" fmla="*/ 16218 w 2133929"/>
              <a:gd name="connsiteY54" fmla="*/ 76200 h 1027530"/>
              <a:gd name="connsiteX55" fmla="*/ 11456 w 2133929"/>
              <a:gd name="connsiteY55" fmla="*/ 61913 h 1027530"/>
              <a:gd name="connsiteX56" fmla="*/ 1931 w 2133929"/>
              <a:gd name="connsiteY56" fmla="*/ 38100 h 1027530"/>
              <a:gd name="connsiteX57" fmla="*/ 1931 w 2133929"/>
              <a:gd name="connsiteY57" fmla="*/ 0 h 1027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133929" h="1027530">
                <a:moveTo>
                  <a:pt x="2121243" y="971550"/>
                </a:moveTo>
                <a:cubicBezTo>
                  <a:pt x="2105246" y="907557"/>
                  <a:pt x="2133929" y="1027530"/>
                  <a:pt x="2111718" y="857250"/>
                </a:cubicBezTo>
                <a:cubicBezTo>
                  <a:pt x="2110978" y="851574"/>
                  <a:pt x="2105368" y="847725"/>
                  <a:pt x="2102193" y="842963"/>
                </a:cubicBezTo>
                <a:cubicBezTo>
                  <a:pt x="2097564" y="829073"/>
                  <a:pt x="2096314" y="823078"/>
                  <a:pt x="2087906" y="809625"/>
                </a:cubicBezTo>
                <a:cubicBezTo>
                  <a:pt x="2083699" y="802894"/>
                  <a:pt x="2077825" y="797306"/>
                  <a:pt x="2073618" y="790575"/>
                </a:cubicBezTo>
                <a:cubicBezTo>
                  <a:pt x="2069855" y="784555"/>
                  <a:pt x="2068219" y="777302"/>
                  <a:pt x="2064093" y="771525"/>
                </a:cubicBezTo>
                <a:cubicBezTo>
                  <a:pt x="2051815" y="754336"/>
                  <a:pt x="2050262" y="760000"/>
                  <a:pt x="2035518" y="747713"/>
                </a:cubicBezTo>
                <a:cubicBezTo>
                  <a:pt x="2030344" y="743401"/>
                  <a:pt x="2026405" y="737737"/>
                  <a:pt x="2021231" y="733425"/>
                </a:cubicBezTo>
                <a:cubicBezTo>
                  <a:pt x="2016834" y="729761"/>
                  <a:pt x="2011522" y="727334"/>
                  <a:pt x="2006943" y="723900"/>
                </a:cubicBezTo>
                <a:cubicBezTo>
                  <a:pt x="1988231" y="709866"/>
                  <a:pt x="1980621" y="700246"/>
                  <a:pt x="1959318" y="690563"/>
                </a:cubicBezTo>
                <a:cubicBezTo>
                  <a:pt x="1950178" y="686408"/>
                  <a:pt x="1930743" y="681038"/>
                  <a:pt x="1930743" y="681038"/>
                </a:cubicBezTo>
                <a:cubicBezTo>
                  <a:pt x="1895941" y="657836"/>
                  <a:pt x="1939694" y="686152"/>
                  <a:pt x="1897406" y="661988"/>
                </a:cubicBezTo>
                <a:cubicBezTo>
                  <a:pt x="1892436" y="659148"/>
                  <a:pt x="1888238" y="655023"/>
                  <a:pt x="1883118" y="652463"/>
                </a:cubicBezTo>
                <a:cubicBezTo>
                  <a:pt x="1878628" y="650218"/>
                  <a:pt x="1873321" y="649945"/>
                  <a:pt x="1868831" y="647700"/>
                </a:cubicBezTo>
                <a:cubicBezTo>
                  <a:pt x="1856627" y="641598"/>
                  <a:pt x="1839724" y="628474"/>
                  <a:pt x="1825968" y="623888"/>
                </a:cubicBezTo>
                <a:cubicBezTo>
                  <a:pt x="1818289" y="621328"/>
                  <a:pt x="1809965" y="621255"/>
                  <a:pt x="1802156" y="619125"/>
                </a:cubicBezTo>
                <a:cubicBezTo>
                  <a:pt x="1792470" y="616483"/>
                  <a:pt x="1783468" y="611345"/>
                  <a:pt x="1773581" y="609600"/>
                </a:cubicBezTo>
                <a:cubicBezTo>
                  <a:pt x="1592552" y="577655"/>
                  <a:pt x="1720019" y="595741"/>
                  <a:pt x="1387818" y="590550"/>
                </a:cubicBezTo>
                <a:cubicBezTo>
                  <a:pt x="1375118" y="587375"/>
                  <a:pt x="1362806" y="581277"/>
                  <a:pt x="1349718" y="581025"/>
                </a:cubicBezTo>
                <a:cubicBezTo>
                  <a:pt x="1186101" y="577879"/>
                  <a:pt x="1200151" y="577220"/>
                  <a:pt x="1106831" y="590550"/>
                </a:cubicBezTo>
                <a:cubicBezTo>
                  <a:pt x="1097306" y="593725"/>
                  <a:pt x="1088296" y="599962"/>
                  <a:pt x="1078256" y="600075"/>
                </a:cubicBezTo>
                <a:lnTo>
                  <a:pt x="682968" y="595313"/>
                </a:lnTo>
                <a:cubicBezTo>
                  <a:pt x="673314" y="595096"/>
                  <a:pt x="663937" y="592018"/>
                  <a:pt x="654393" y="590550"/>
                </a:cubicBezTo>
                <a:cubicBezTo>
                  <a:pt x="629138" y="586665"/>
                  <a:pt x="623455" y="587460"/>
                  <a:pt x="602006" y="581025"/>
                </a:cubicBezTo>
                <a:cubicBezTo>
                  <a:pt x="592389" y="578140"/>
                  <a:pt x="583172" y="573935"/>
                  <a:pt x="573431" y="571500"/>
                </a:cubicBezTo>
                <a:cubicBezTo>
                  <a:pt x="529539" y="560528"/>
                  <a:pt x="583756" y="574599"/>
                  <a:pt x="525806" y="557213"/>
                </a:cubicBezTo>
                <a:cubicBezTo>
                  <a:pt x="519537" y="555332"/>
                  <a:pt x="512885" y="554748"/>
                  <a:pt x="506756" y="552450"/>
                </a:cubicBezTo>
                <a:cubicBezTo>
                  <a:pt x="461693" y="535551"/>
                  <a:pt x="516072" y="548598"/>
                  <a:pt x="463893" y="538163"/>
                </a:cubicBezTo>
                <a:lnTo>
                  <a:pt x="416268" y="519113"/>
                </a:lnTo>
                <a:cubicBezTo>
                  <a:pt x="408331" y="515938"/>
                  <a:pt x="400749" y="511662"/>
                  <a:pt x="392456" y="509588"/>
                </a:cubicBezTo>
                <a:lnTo>
                  <a:pt x="373406" y="504825"/>
                </a:lnTo>
                <a:cubicBezTo>
                  <a:pt x="368643" y="501650"/>
                  <a:pt x="364349" y="497625"/>
                  <a:pt x="359118" y="495300"/>
                </a:cubicBezTo>
                <a:cubicBezTo>
                  <a:pt x="349943" y="491222"/>
                  <a:pt x="330543" y="485775"/>
                  <a:pt x="330543" y="485775"/>
                </a:cubicBezTo>
                <a:cubicBezTo>
                  <a:pt x="291887" y="447119"/>
                  <a:pt x="341975" y="492307"/>
                  <a:pt x="297206" y="466725"/>
                </a:cubicBezTo>
                <a:cubicBezTo>
                  <a:pt x="291358" y="463383"/>
                  <a:pt x="288306" y="456479"/>
                  <a:pt x="282918" y="452438"/>
                </a:cubicBezTo>
                <a:cubicBezTo>
                  <a:pt x="275513" y="446884"/>
                  <a:pt x="266808" y="443285"/>
                  <a:pt x="259106" y="438150"/>
                </a:cubicBezTo>
                <a:cubicBezTo>
                  <a:pt x="252502" y="433747"/>
                  <a:pt x="246515" y="428476"/>
                  <a:pt x="240056" y="423863"/>
                </a:cubicBezTo>
                <a:cubicBezTo>
                  <a:pt x="235398" y="420536"/>
                  <a:pt x="230426" y="417665"/>
                  <a:pt x="225768" y="414338"/>
                </a:cubicBezTo>
                <a:cubicBezTo>
                  <a:pt x="219309" y="409724"/>
                  <a:pt x="213610" y="403988"/>
                  <a:pt x="206718" y="400050"/>
                </a:cubicBezTo>
                <a:cubicBezTo>
                  <a:pt x="202360" y="397559"/>
                  <a:pt x="197193" y="396875"/>
                  <a:pt x="192431" y="395288"/>
                </a:cubicBezTo>
                <a:cubicBezTo>
                  <a:pt x="187668" y="388938"/>
                  <a:pt x="183756" y="381851"/>
                  <a:pt x="178143" y="376238"/>
                </a:cubicBezTo>
                <a:cubicBezTo>
                  <a:pt x="174096" y="372191"/>
                  <a:pt x="167903" y="370760"/>
                  <a:pt x="163856" y="366713"/>
                </a:cubicBezTo>
                <a:cubicBezTo>
                  <a:pt x="159809" y="362665"/>
                  <a:pt x="157995" y="356822"/>
                  <a:pt x="154331" y="352425"/>
                </a:cubicBezTo>
                <a:cubicBezTo>
                  <a:pt x="150019" y="347251"/>
                  <a:pt x="144178" y="343454"/>
                  <a:pt x="140043" y="338138"/>
                </a:cubicBezTo>
                <a:cubicBezTo>
                  <a:pt x="110123" y="299670"/>
                  <a:pt x="134365" y="318478"/>
                  <a:pt x="106706" y="300038"/>
                </a:cubicBezTo>
                <a:cubicBezTo>
                  <a:pt x="95786" y="267280"/>
                  <a:pt x="110721" y="307064"/>
                  <a:pt x="87656" y="266700"/>
                </a:cubicBezTo>
                <a:cubicBezTo>
                  <a:pt x="85165" y="262341"/>
                  <a:pt x="85138" y="256903"/>
                  <a:pt x="82893" y="252413"/>
                </a:cubicBezTo>
                <a:cubicBezTo>
                  <a:pt x="80333" y="247293"/>
                  <a:pt x="76543" y="242888"/>
                  <a:pt x="73368" y="238125"/>
                </a:cubicBezTo>
                <a:cubicBezTo>
                  <a:pt x="71781" y="231775"/>
                  <a:pt x="71184" y="225091"/>
                  <a:pt x="68606" y="219075"/>
                </a:cubicBezTo>
                <a:cubicBezTo>
                  <a:pt x="66351" y="213814"/>
                  <a:pt x="61921" y="209758"/>
                  <a:pt x="59081" y="204788"/>
                </a:cubicBezTo>
                <a:cubicBezTo>
                  <a:pt x="55559" y="198624"/>
                  <a:pt x="52353" y="192263"/>
                  <a:pt x="49556" y="185738"/>
                </a:cubicBezTo>
                <a:cubicBezTo>
                  <a:pt x="44218" y="173283"/>
                  <a:pt x="44061" y="165835"/>
                  <a:pt x="40031" y="152400"/>
                </a:cubicBezTo>
                <a:cubicBezTo>
                  <a:pt x="37146" y="142783"/>
                  <a:pt x="32941" y="133565"/>
                  <a:pt x="30506" y="123825"/>
                </a:cubicBezTo>
                <a:cubicBezTo>
                  <a:pt x="28918" y="117475"/>
                  <a:pt x="27624" y="111044"/>
                  <a:pt x="25743" y="104775"/>
                </a:cubicBezTo>
                <a:cubicBezTo>
                  <a:pt x="22858" y="95158"/>
                  <a:pt x="19393" y="85725"/>
                  <a:pt x="16218" y="76200"/>
                </a:cubicBezTo>
                <a:cubicBezTo>
                  <a:pt x="14631" y="71438"/>
                  <a:pt x="13320" y="66574"/>
                  <a:pt x="11456" y="61913"/>
                </a:cubicBezTo>
                <a:cubicBezTo>
                  <a:pt x="8281" y="53975"/>
                  <a:pt x="3231" y="46550"/>
                  <a:pt x="1931" y="38100"/>
                </a:cubicBezTo>
                <a:cubicBezTo>
                  <a:pt x="0" y="25548"/>
                  <a:pt x="1931" y="12700"/>
                  <a:pt x="1931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 18"/>
          <p:cNvCxnSpPr/>
          <p:nvPr/>
        </p:nvCxnSpPr>
        <p:spPr>
          <a:xfrm flipV="1">
            <a:off x="3224213" y="4100513"/>
            <a:ext cx="252412" cy="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3286116" y="4852998"/>
            <a:ext cx="252412" cy="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rot="16200000" flipH="1">
            <a:off x="2955132" y="4460081"/>
            <a:ext cx="757237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4000496" y="5286389"/>
            <a:ext cx="252412" cy="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4062399" y="6038874"/>
            <a:ext cx="252412" cy="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16200000" flipH="1">
            <a:off x="3731415" y="5645957"/>
            <a:ext cx="757237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71868" y="4286256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디자인코드</a:t>
            </a:r>
            <a:endParaRPr lang="ko-KR" altLang="en-US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4357686" y="5500702"/>
            <a:ext cx="21627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구조</a:t>
            </a:r>
            <a:endParaRPr lang="en-US" altLang="ko-KR" sz="1100" dirty="0" smtClean="0"/>
          </a:p>
          <a:p>
            <a:r>
              <a:rPr lang="en-US" altLang="ko-KR" sz="1100" dirty="0" smtClean="0"/>
              <a:t>( </a:t>
            </a:r>
            <a:r>
              <a:rPr lang="ko-KR" altLang="en-US" sz="1100" dirty="0" smtClean="0"/>
              <a:t>위에서 정의된 디자인을 사용</a:t>
            </a:r>
            <a:r>
              <a:rPr lang="en-US" altLang="ko-KR" sz="1100" dirty="0" smtClean="0"/>
              <a:t>)</a:t>
            </a:r>
            <a:endParaRPr lang="ko-KR" altLang="en-US" sz="1100" dirty="0"/>
          </a:p>
        </p:txBody>
      </p:sp>
      <p:cxnSp>
        <p:nvCxnSpPr>
          <p:cNvPr id="29" name="직선 화살표 연결선 28"/>
          <p:cNvCxnSpPr>
            <a:endCxn id="26" idx="3"/>
          </p:cNvCxnSpPr>
          <p:nvPr/>
        </p:nvCxnSpPr>
        <p:spPr>
          <a:xfrm rot="10800000" flipV="1">
            <a:off x="4461856" y="4357693"/>
            <a:ext cx="753087" cy="59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rot="5400000">
            <a:off x="4393405" y="4679165"/>
            <a:ext cx="1143008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14942" y="4286256"/>
            <a:ext cx="2861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/>
              <a:t>디자인과 구조를 분리하여 작성할 수 있다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796724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*ID Selector</a:t>
            </a:r>
          </a:p>
          <a:p>
            <a:r>
              <a:rPr lang="en-US" altLang="ko-KR" sz="1600" dirty="0" smtClean="0"/>
              <a:t> - CSS</a:t>
            </a:r>
            <a:r>
              <a:rPr lang="ko-KR" altLang="en-US" sz="1600" dirty="0" smtClean="0"/>
              <a:t>를 가지고 있는 </a:t>
            </a:r>
            <a:r>
              <a:rPr lang="en-US" altLang="ko-KR" sz="1600" dirty="0" smtClean="0"/>
              <a:t>HTML &lt;body&gt;</a:t>
            </a:r>
            <a:r>
              <a:rPr lang="ko-KR" altLang="en-US" sz="1600" dirty="0" smtClean="0"/>
              <a:t>에서 디자인을 적용받을 태그가 </a:t>
            </a:r>
            <a:r>
              <a:rPr lang="ko-KR" altLang="en-US" sz="1600" b="1" dirty="0" smtClean="0"/>
              <a:t>유일</a:t>
            </a:r>
            <a:r>
              <a:rPr lang="ko-KR" altLang="en-US" sz="1600" dirty="0" smtClean="0"/>
              <a:t>할 때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참조하는 속도가 빠르다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-style tag</a:t>
            </a:r>
            <a:r>
              <a:rPr lang="ko-KR" altLang="en-US" sz="1600" dirty="0" smtClean="0"/>
              <a:t>에서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#</a:t>
            </a:r>
            <a:r>
              <a:rPr lang="ko-KR" altLang="en-US" sz="1600" dirty="0" err="1" smtClean="0"/>
              <a:t>아이디명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{ 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;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,,,,, }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-HTML &lt;body&gt; </a:t>
            </a:r>
            <a:r>
              <a:rPr lang="ko-KR" altLang="en-US" sz="1600" dirty="0" smtClean="0"/>
              <a:t>의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하위에서 사용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 smtClean="0"/>
              <a:t>   &lt;</a:t>
            </a:r>
            <a:r>
              <a:rPr lang="ko-KR" altLang="en-US" sz="1600" dirty="0" err="1" smtClean="0"/>
              <a:t>태그명</a:t>
            </a:r>
            <a:r>
              <a:rPr lang="ko-KR" altLang="en-US" sz="1600" dirty="0" smtClean="0"/>
              <a:t> </a:t>
            </a:r>
            <a:r>
              <a:rPr lang="en-US" altLang="ko-KR" sz="1600" b="1" dirty="0" smtClean="0"/>
              <a:t>id</a:t>
            </a:r>
            <a:r>
              <a:rPr lang="en-US" altLang="ko-KR" sz="1600" dirty="0" smtClean="0"/>
              <a:t>=“</a:t>
            </a:r>
            <a:r>
              <a:rPr lang="ko-KR" altLang="en-US" sz="1600" dirty="0" err="1" smtClean="0"/>
              <a:t>아이디명</a:t>
            </a:r>
            <a:r>
              <a:rPr lang="en-US" altLang="ko-KR" sz="1600" dirty="0" smtClean="0"/>
              <a:t>”&gt;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3966601" y="2096524"/>
            <a:ext cx="25939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&lt;!DOCTYPE html&gt;</a:t>
            </a:r>
          </a:p>
          <a:p>
            <a:r>
              <a:rPr lang="en-US" altLang="ko-KR" sz="1200" dirty="0" smtClean="0"/>
              <a:t>&lt;html&gt;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&lt;title&gt;&lt;/title&gt;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&lt;style type=“text/</a:t>
            </a:r>
            <a:r>
              <a:rPr lang="en-US" altLang="ko-KR" sz="1200" dirty="0" err="1" smtClean="0"/>
              <a:t>css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 smtClean="0"/>
              <a:t>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#</a:t>
            </a:r>
            <a:r>
              <a:rPr lang="en-US" altLang="ko-KR" sz="1200" b="1" dirty="0" smtClean="0"/>
              <a:t>id</a:t>
            </a:r>
            <a:r>
              <a:rPr lang="en-US" altLang="ko-KR" sz="1200" dirty="0" smtClean="0"/>
              <a:t>{ </a:t>
            </a:r>
            <a:r>
              <a:rPr lang="ko-KR" altLang="en-US" sz="1200" dirty="0" smtClean="0"/>
              <a:t>디자인 코드들</a:t>
            </a:r>
            <a:r>
              <a:rPr lang="en-US" altLang="ko-KR" sz="1200" dirty="0" smtClean="0"/>
              <a:t>….. }       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&lt;/style&gt;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&lt;body&gt;</a:t>
            </a:r>
          </a:p>
          <a:p>
            <a:r>
              <a:rPr lang="en-US" altLang="ko-KR" sz="1200" dirty="0" smtClean="0"/>
              <a:t>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b="1" dirty="0" smtClean="0"/>
              <a:t>id</a:t>
            </a:r>
            <a:r>
              <a:rPr lang="en-US" altLang="ko-KR" sz="1200" dirty="0" smtClean="0"/>
              <a:t>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id</a:t>
            </a:r>
            <a:r>
              <a:rPr lang="ko-KR" altLang="en-US" sz="1200" b="1" dirty="0" smtClean="0">
                <a:solidFill>
                  <a:srgbClr val="FF0000"/>
                </a:solidFill>
              </a:rPr>
              <a:t>명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endParaRPr lang="en-US" altLang="ko-KR" sz="1200" dirty="0"/>
          </a:p>
          <a:p>
            <a:r>
              <a:rPr lang="en-US" altLang="ko-KR" sz="1200" dirty="0" smtClean="0"/>
              <a:t>  &lt;/body&gt;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&lt;/html&gt;</a:t>
            </a:r>
            <a:endParaRPr lang="ko-KR" altLang="en-US" sz="1200" dirty="0"/>
          </a:p>
        </p:txBody>
      </p:sp>
      <p:cxnSp>
        <p:nvCxnSpPr>
          <p:cNvPr id="9" name="직선 화살표 연결선 8"/>
          <p:cNvCxnSpPr/>
          <p:nvPr/>
        </p:nvCxnSpPr>
        <p:spPr>
          <a:xfrm rot="5400000">
            <a:off x="3979069" y="3317081"/>
            <a:ext cx="63341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71934" y="314324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1.</a:t>
            </a:r>
            <a:endParaRPr lang="ko-KR" altLang="en-US" sz="1200" b="1" dirty="0"/>
          </a:p>
        </p:txBody>
      </p:sp>
      <p:cxnSp>
        <p:nvCxnSpPr>
          <p:cNvPr id="12" name="직선 화살표 연결선 11"/>
          <p:cNvCxnSpPr/>
          <p:nvPr/>
        </p:nvCxnSpPr>
        <p:spPr>
          <a:xfrm rot="16200000" flipH="1">
            <a:off x="4043363" y="4429124"/>
            <a:ext cx="547687" cy="47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71934" y="421481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2.</a:t>
            </a:r>
            <a:endParaRPr lang="ko-KR" altLang="en-US" sz="1200" b="1" dirty="0"/>
          </a:p>
        </p:txBody>
      </p:sp>
      <p:sp>
        <p:nvSpPr>
          <p:cNvPr id="15" name="자유형 14"/>
          <p:cNvSpPr/>
          <p:nvPr/>
        </p:nvSpPr>
        <p:spPr>
          <a:xfrm>
            <a:off x="4605338" y="3128963"/>
            <a:ext cx="651645" cy="164523"/>
          </a:xfrm>
          <a:custGeom>
            <a:avLst/>
            <a:gdLst>
              <a:gd name="connsiteX0" fmla="*/ 623887 w 651645"/>
              <a:gd name="connsiteY0" fmla="*/ 138112 h 164523"/>
              <a:gd name="connsiteX1" fmla="*/ 590550 w 651645"/>
              <a:gd name="connsiteY1" fmla="*/ 109537 h 164523"/>
              <a:gd name="connsiteX2" fmla="*/ 547687 w 651645"/>
              <a:gd name="connsiteY2" fmla="*/ 71437 h 164523"/>
              <a:gd name="connsiteX3" fmla="*/ 533400 w 651645"/>
              <a:gd name="connsiteY3" fmla="*/ 66675 h 164523"/>
              <a:gd name="connsiteX4" fmla="*/ 519112 w 651645"/>
              <a:gd name="connsiteY4" fmla="*/ 52387 h 164523"/>
              <a:gd name="connsiteX5" fmla="*/ 490537 w 651645"/>
              <a:gd name="connsiteY5" fmla="*/ 33337 h 164523"/>
              <a:gd name="connsiteX6" fmla="*/ 476250 w 651645"/>
              <a:gd name="connsiteY6" fmla="*/ 19050 h 164523"/>
              <a:gd name="connsiteX7" fmla="*/ 457200 w 651645"/>
              <a:gd name="connsiteY7" fmla="*/ 14287 h 164523"/>
              <a:gd name="connsiteX8" fmla="*/ 428625 w 651645"/>
              <a:gd name="connsiteY8" fmla="*/ 4762 h 164523"/>
              <a:gd name="connsiteX9" fmla="*/ 414337 w 651645"/>
              <a:gd name="connsiteY9" fmla="*/ 0 h 164523"/>
              <a:gd name="connsiteX10" fmla="*/ 171450 w 651645"/>
              <a:gd name="connsiteY10" fmla="*/ 4762 h 164523"/>
              <a:gd name="connsiteX11" fmla="*/ 138112 w 651645"/>
              <a:gd name="connsiteY11" fmla="*/ 19050 h 164523"/>
              <a:gd name="connsiteX12" fmla="*/ 119062 w 651645"/>
              <a:gd name="connsiteY12" fmla="*/ 28575 h 164523"/>
              <a:gd name="connsiteX13" fmla="*/ 104775 w 651645"/>
              <a:gd name="connsiteY13" fmla="*/ 42862 h 164523"/>
              <a:gd name="connsiteX14" fmla="*/ 76200 w 651645"/>
              <a:gd name="connsiteY14" fmla="*/ 57150 h 164523"/>
              <a:gd name="connsiteX15" fmla="*/ 47625 w 651645"/>
              <a:gd name="connsiteY15" fmla="*/ 85725 h 164523"/>
              <a:gd name="connsiteX16" fmla="*/ 33337 w 651645"/>
              <a:gd name="connsiteY16" fmla="*/ 100012 h 164523"/>
              <a:gd name="connsiteX17" fmla="*/ 14287 w 651645"/>
              <a:gd name="connsiteY17" fmla="*/ 133350 h 164523"/>
              <a:gd name="connsiteX18" fmla="*/ 4762 w 651645"/>
              <a:gd name="connsiteY18" fmla="*/ 147637 h 164523"/>
              <a:gd name="connsiteX19" fmla="*/ 0 w 651645"/>
              <a:gd name="connsiteY19" fmla="*/ 161925 h 164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51645" h="164523">
                <a:moveTo>
                  <a:pt x="623887" y="138112"/>
                </a:moveTo>
                <a:cubicBezTo>
                  <a:pt x="572884" y="87109"/>
                  <a:pt x="651645" y="164523"/>
                  <a:pt x="590550" y="109537"/>
                </a:cubicBezTo>
                <a:cubicBezTo>
                  <a:pt x="574771" y="95336"/>
                  <a:pt x="566026" y="80606"/>
                  <a:pt x="547687" y="71437"/>
                </a:cubicBezTo>
                <a:cubicBezTo>
                  <a:pt x="543197" y="69192"/>
                  <a:pt x="538162" y="68262"/>
                  <a:pt x="533400" y="66675"/>
                </a:cubicBezTo>
                <a:cubicBezTo>
                  <a:pt x="528637" y="61912"/>
                  <a:pt x="524429" y="56522"/>
                  <a:pt x="519112" y="52387"/>
                </a:cubicBezTo>
                <a:cubicBezTo>
                  <a:pt x="510076" y="45359"/>
                  <a:pt x="498632" y="41432"/>
                  <a:pt x="490537" y="33337"/>
                </a:cubicBezTo>
                <a:cubicBezTo>
                  <a:pt x="485775" y="28575"/>
                  <a:pt x="482098" y="22392"/>
                  <a:pt x="476250" y="19050"/>
                </a:cubicBezTo>
                <a:cubicBezTo>
                  <a:pt x="470567" y="15803"/>
                  <a:pt x="463469" y="16168"/>
                  <a:pt x="457200" y="14287"/>
                </a:cubicBezTo>
                <a:cubicBezTo>
                  <a:pt x="447583" y="11402"/>
                  <a:pt x="438150" y="7937"/>
                  <a:pt x="428625" y="4762"/>
                </a:cubicBezTo>
                <a:lnTo>
                  <a:pt x="414337" y="0"/>
                </a:lnTo>
                <a:lnTo>
                  <a:pt x="171450" y="4762"/>
                </a:lnTo>
                <a:cubicBezTo>
                  <a:pt x="152655" y="5445"/>
                  <a:pt x="152767" y="10676"/>
                  <a:pt x="138112" y="19050"/>
                </a:cubicBezTo>
                <a:cubicBezTo>
                  <a:pt x="131948" y="22572"/>
                  <a:pt x="124839" y="24449"/>
                  <a:pt x="119062" y="28575"/>
                </a:cubicBezTo>
                <a:cubicBezTo>
                  <a:pt x="113582" y="32490"/>
                  <a:pt x="110379" y="39126"/>
                  <a:pt x="104775" y="42862"/>
                </a:cubicBezTo>
                <a:cubicBezTo>
                  <a:pt x="71677" y="64927"/>
                  <a:pt x="109919" y="27178"/>
                  <a:pt x="76200" y="57150"/>
                </a:cubicBezTo>
                <a:cubicBezTo>
                  <a:pt x="66132" y="66099"/>
                  <a:pt x="57150" y="76200"/>
                  <a:pt x="47625" y="85725"/>
                </a:cubicBezTo>
                <a:cubicBezTo>
                  <a:pt x="42862" y="90487"/>
                  <a:pt x="37073" y="94408"/>
                  <a:pt x="33337" y="100012"/>
                </a:cubicBezTo>
                <a:cubicBezTo>
                  <a:pt x="10127" y="134829"/>
                  <a:pt x="38462" y="91045"/>
                  <a:pt x="14287" y="133350"/>
                </a:cubicBezTo>
                <a:cubicBezTo>
                  <a:pt x="11447" y="138320"/>
                  <a:pt x="7937" y="142875"/>
                  <a:pt x="4762" y="147637"/>
                </a:cubicBezTo>
                <a:lnTo>
                  <a:pt x="0" y="161925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 16"/>
          <p:cNvSpPr/>
          <p:nvPr/>
        </p:nvSpPr>
        <p:spPr>
          <a:xfrm>
            <a:off x="4669575" y="3209126"/>
            <a:ext cx="888263" cy="1129616"/>
          </a:xfrm>
          <a:custGeom>
            <a:avLst/>
            <a:gdLst>
              <a:gd name="connsiteX0" fmla="*/ 888263 w 888263"/>
              <a:gd name="connsiteY0" fmla="*/ 1129512 h 1129616"/>
              <a:gd name="connsiteX1" fmla="*/ 878738 w 888263"/>
              <a:gd name="connsiteY1" fmla="*/ 1062837 h 1129616"/>
              <a:gd name="connsiteX2" fmla="*/ 873975 w 888263"/>
              <a:gd name="connsiteY2" fmla="*/ 1039024 h 1129616"/>
              <a:gd name="connsiteX3" fmla="*/ 869213 w 888263"/>
              <a:gd name="connsiteY3" fmla="*/ 1005687 h 1129616"/>
              <a:gd name="connsiteX4" fmla="*/ 859688 w 888263"/>
              <a:gd name="connsiteY4" fmla="*/ 977112 h 1129616"/>
              <a:gd name="connsiteX5" fmla="*/ 854925 w 888263"/>
              <a:gd name="connsiteY5" fmla="*/ 962824 h 1129616"/>
              <a:gd name="connsiteX6" fmla="*/ 831113 w 888263"/>
              <a:gd name="connsiteY6" fmla="*/ 915199 h 1129616"/>
              <a:gd name="connsiteX7" fmla="*/ 821588 w 888263"/>
              <a:gd name="connsiteY7" fmla="*/ 891387 h 1129616"/>
              <a:gd name="connsiteX8" fmla="*/ 816825 w 888263"/>
              <a:gd name="connsiteY8" fmla="*/ 877099 h 1129616"/>
              <a:gd name="connsiteX9" fmla="*/ 797775 w 888263"/>
              <a:gd name="connsiteY9" fmla="*/ 843762 h 1129616"/>
              <a:gd name="connsiteX10" fmla="*/ 793013 w 888263"/>
              <a:gd name="connsiteY10" fmla="*/ 829474 h 1129616"/>
              <a:gd name="connsiteX11" fmla="*/ 788250 w 888263"/>
              <a:gd name="connsiteY11" fmla="*/ 810424 h 1129616"/>
              <a:gd name="connsiteX12" fmla="*/ 773963 w 888263"/>
              <a:gd name="connsiteY12" fmla="*/ 796137 h 1129616"/>
              <a:gd name="connsiteX13" fmla="*/ 754913 w 888263"/>
              <a:gd name="connsiteY13" fmla="*/ 762799 h 1129616"/>
              <a:gd name="connsiteX14" fmla="*/ 745388 w 888263"/>
              <a:gd name="connsiteY14" fmla="*/ 743749 h 1129616"/>
              <a:gd name="connsiteX15" fmla="*/ 712050 w 888263"/>
              <a:gd name="connsiteY15" fmla="*/ 696124 h 1129616"/>
              <a:gd name="connsiteX16" fmla="*/ 683475 w 888263"/>
              <a:gd name="connsiteY16" fmla="*/ 667549 h 1129616"/>
              <a:gd name="connsiteX17" fmla="*/ 664425 w 888263"/>
              <a:gd name="connsiteY17" fmla="*/ 648499 h 1129616"/>
              <a:gd name="connsiteX18" fmla="*/ 650138 w 888263"/>
              <a:gd name="connsiteY18" fmla="*/ 634212 h 1129616"/>
              <a:gd name="connsiteX19" fmla="*/ 612038 w 888263"/>
              <a:gd name="connsiteY19" fmla="*/ 610399 h 1129616"/>
              <a:gd name="connsiteX20" fmla="*/ 588225 w 888263"/>
              <a:gd name="connsiteY20" fmla="*/ 596112 h 1129616"/>
              <a:gd name="connsiteX21" fmla="*/ 573938 w 888263"/>
              <a:gd name="connsiteY21" fmla="*/ 586587 h 1129616"/>
              <a:gd name="connsiteX22" fmla="*/ 550125 w 888263"/>
              <a:gd name="connsiteY22" fmla="*/ 577062 h 1129616"/>
              <a:gd name="connsiteX23" fmla="*/ 535838 w 888263"/>
              <a:gd name="connsiteY23" fmla="*/ 567537 h 1129616"/>
              <a:gd name="connsiteX24" fmla="*/ 521550 w 888263"/>
              <a:gd name="connsiteY24" fmla="*/ 562774 h 1129616"/>
              <a:gd name="connsiteX25" fmla="*/ 507263 w 888263"/>
              <a:gd name="connsiteY25" fmla="*/ 553249 h 1129616"/>
              <a:gd name="connsiteX26" fmla="*/ 478688 w 888263"/>
              <a:gd name="connsiteY26" fmla="*/ 543724 h 1129616"/>
              <a:gd name="connsiteX27" fmla="*/ 464400 w 888263"/>
              <a:gd name="connsiteY27" fmla="*/ 534199 h 1129616"/>
              <a:gd name="connsiteX28" fmla="*/ 426300 w 888263"/>
              <a:gd name="connsiteY28" fmla="*/ 524674 h 1129616"/>
              <a:gd name="connsiteX29" fmla="*/ 383438 w 888263"/>
              <a:gd name="connsiteY29" fmla="*/ 505624 h 1129616"/>
              <a:gd name="connsiteX30" fmla="*/ 369150 w 888263"/>
              <a:gd name="connsiteY30" fmla="*/ 491337 h 1129616"/>
              <a:gd name="connsiteX31" fmla="*/ 345338 w 888263"/>
              <a:gd name="connsiteY31" fmla="*/ 486574 h 1129616"/>
              <a:gd name="connsiteX32" fmla="*/ 321525 w 888263"/>
              <a:gd name="connsiteY32" fmla="*/ 477049 h 1129616"/>
              <a:gd name="connsiteX33" fmla="*/ 307238 w 888263"/>
              <a:gd name="connsiteY33" fmla="*/ 472287 h 1129616"/>
              <a:gd name="connsiteX34" fmla="*/ 288188 w 888263"/>
              <a:gd name="connsiteY34" fmla="*/ 462762 h 1129616"/>
              <a:gd name="connsiteX35" fmla="*/ 231038 w 888263"/>
              <a:gd name="connsiteY35" fmla="*/ 448474 h 1129616"/>
              <a:gd name="connsiteX36" fmla="*/ 216750 w 888263"/>
              <a:gd name="connsiteY36" fmla="*/ 438949 h 1129616"/>
              <a:gd name="connsiteX37" fmla="*/ 188175 w 888263"/>
              <a:gd name="connsiteY37" fmla="*/ 429424 h 1129616"/>
              <a:gd name="connsiteX38" fmla="*/ 154838 w 888263"/>
              <a:gd name="connsiteY38" fmla="*/ 410374 h 1129616"/>
              <a:gd name="connsiteX39" fmla="*/ 140550 w 888263"/>
              <a:gd name="connsiteY39" fmla="*/ 405612 h 1129616"/>
              <a:gd name="connsiteX40" fmla="*/ 111975 w 888263"/>
              <a:gd name="connsiteY40" fmla="*/ 381799 h 1129616"/>
              <a:gd name="connsiteX41" fmla="*/ 97688 w 888263"/>
              <a:gd name="connsiteY41" fmla="*/ 377037 h 1129616"/>
              <a:gd name="connsiteX42" fmla="*/ 78638 w 888263"/>
              <a:gd name="connsiteY42" fmla="*/ 348462 h 1129616"/>
              <a:gd name="connsiteX43" fmla="*/ 64350 w 888263"/>
              <a:gd name="connsiteY43" fmla="*/ 334174 h 1129616"/>
              <a:gd name="connsiteX44" fmla="*/ 45300 w 888263"/>
              <a:gd name="connsiteY44" fmla="*/ 305599 h 1129616"/>
              <a:gd name="connsiteX45" fmla="*/ 35775 w 888263"/>
              <a:gd name="connsiteY45" fmla="*/ 291312 h 1129616"/>
              <a:gd name="connsiteX46" fmla="*/ 31013 w 888263"/>
              <a:gd name="connsiteY46" fmla="*/ 277024 h 1129616"/>
              <a:gd name="connsiteX47" fmla="*/ 21488 w 888263"/>
              <a:gd name="connsiteY47" fmla="*/ 253212 h 1129616"/>
              <a:gd name="connsiteX48" fmla="*/ 16725 w 888263"/>
              <a:gd name="connsiteY48" fmla="*/ 229399 h 1129616"/>
              <a:gd name="connsiteX49" fmla="*/ 11963 w 888263"/>
              <a:gd name="connsiteY49" fmla="*/ 215112 h 1129616"/>
              <a:gd name="connsiteX50" fmla="*/ 2438 w 888263"/>
              <a:gd name="connsiteY50" fmla="*/ 181774 h 1129616"/>
              <a:gd name="connsiteX51" fmla="*/ 7200 w 888263"/>
              <a:gd name="connsiteY51" fmla="*/ 91287 h 1129616"/>
              <a:gd name="connsiteX52" fmla="*/ 26250 w 888263"/>
              <a:gd name="connsiteY52" fmla="*/ 57949 h 1129616"/>
              <a:gd name="connsiteX53" fmla="*/ 35775 w 888263"/>
              <a:gd name="connsiteY53" fmla="*/ 43662 h 1129616"/>
              <a:gd name="connsiteX54" fmla="*/ 69113 w 888263"/>
              <a:gd name="connsiteY54" fmla="*/ 29374 h 1129616"/>
              <a:gd name="connsiteX55" fmla="*/ 131025 w 888263"/>
              <a:gd name="connsiteY55" fmla="*/ 15087 h 1129616"/>
              <a:gd name="connsiteX56" fmla="*/ 145313 w 888263"/>
              <a:gd name="connsiteY56" fmla="*/ 10324 h 1129616"/>
              <a:gd name="connsiteX57" fmla="*/ 350100 w 888263"/>
              <a:gd name="connsiteY57" fmla="*/ 10324 h 1129616"/>
              <a:gd name="connsiteX58" fmla="*/ 369150 w 888263"/>
              <a:gd name="connsiteY58" fmla="*/ 19849 h 1129616"/>
              <a:gd name="connsiteX59" fmla="*/ 416775 w 888263"/>
              <a:gd name="connsiteY59" fmla="*/ 34137 h 1129616"/>
              <a:gd name="connsiteX60" fmla="*/ 459638 w 888263"/>
              <a:gd name="connsiteY60" fmla="*/ 53187 h 1129616"/>
              <a:gd name="connsiteX61" fmla="*/ 488213 w 888263"/>
              <a:gd name="connsiteY61" fmla="*/ 76999 h 1129616"/>
              <a:gd name="connsiteX62" fmla="*/ 502500 w 888263"/>
              <a:gd name="connsiteY62" fmla="*/ 86524 h 1129616"/>
              <a:gd name="connsiteX63" fmla="*/ 535838 w 888263"/>
              <a:gd name="connsiteY63" fmla="*/ 119862 h 1129616"/>
              <a:gd name="connsiteX64" fmla="*/ 545363 w 888263"/>
              <a:gd name="connsiteY64" fmla="*/ 143674 h 1129616"/>
              <a:gd name="connsiteX65" fmla="*/ 569175 w 888263"/>
              <a:gd name="connsiteY65" fmla="*/ 177012 h 1129616"/>
              <a:gd name="connsiteX66" fmla="*/ 578700 w 888263"/>
              <a:gd name="connsiteY66" fmla="*/ 200824 h 1129616"/>
              <a:gd name="connsiteX67" fmla="*/ 592988 w 888263"/>
              <a:gd name="connsiteY67" fmla="*/ 243687 h 1129616"/>
              <a:gd name="connsiteX68" fmla="*/ 597750 w 888263"/>
              <a:gd name="connsiteY68" fmla="*/ 257974 h 1129616"/>
              <a:gd name="connsiteX69" fmla="*/ 592988 w 888263"/>
              <a:gd name="connsiteY69" fmla="*/ 405612 h 1129616"/>
              <a:gd name="connsiteX70" fmla="*/ 578700 w 888263"/>
              <a:gd name="connsiteY70" fmla="*/ 448474 h 1129616"/>
              <a:gd name="connsiteX71" fmla="*/ 573938 w 888263"/>
              <a:gd name="connsiteY71" fmla="*/ 472287 h 1129616"/>
              <a:gd name="connsiteX72" fmla="*/ 564413 w 888263"/>
              <a:gd name="connsiteY72" fmla="*/ 491337 h 1129616"/>
              <a:gd name="connsiteX73" fmla="*/ 550125 w 888263"/>
              <a:gd name="connsiteY73" fmla="*/ 519912 h 1129616"/>
              <a:gd name="connsiteX74" fmla="*/ 535838 w 888263"/>
              <a:gd name="connsiteY74" fmla="*/ 558012 h 1129616"/>
              <a:gd name="connsiteX75" fmla="*/ 526313 w 888263"/>
              <a:gd name="connsiteY75" fmla="*/ 586587 h 1129616"/>
              <a:gd name="connsiteX76" fmla="*/ 507263 w 888263"/>
              <a:gd name="connsiteY76" fmla="*/ 624687 h 1129616"/>
              <a:gd name="connsiteX77" fmla="*/ 497738 w 888263"/>
              <a:gd name="connsiteY77" fmla="*/ 643737 h 1129616"/>
              <a:gd name="connsiteX78" fmla="*/ 483450 w 888263"/>
              <a:gd name="connsiteY78" fmla="*/ 662787 h 1129616"/>
              <a:gd name="connsiteX79" fmla="*/ 478688 w 888263"/>
              <a:gd name="connsiteY79" fmla="*/ 677074 h 1129616"/>
              <a:gd name="connsiteX80" fmla="*/ 459638 w 888263"/>
              <a:gd name="connsiteY80" fmla="*/ 710412 h 1129616"/>
              <a:gd name="connsiteX81" fmla="*/ 445350 w 888263"/>
              <a:gd name="connsiteY81" fmla="*/ 724699 h 1129616"/>
              <a:gd name="connsiteX82" fmla="*/ 435825 w 888263"/>
              <a:gd name="connsiteY82" fmla="*/ 738987 h 1129616"/>
              <a:gd name="connsiteX83" fmla="*/ 421538 w 888263"/>
              <a:gd name="connsiteY83" fmla="*/ 753274 h 1129616"/>
              <a:gd name="connsiteX84" fmla="*/ 402488 w 888263"/>
              <a:gd name="connsiteY84" fmla="*/ 781849 h 1129616"/>
              <a:gd name="connsiteX85" fmla="*/ 392963 w 888263"/>
              <a:gd name="connsiteY85" fmla="*/ 796137 h 1129616"/>
              <a:gd name="connsiteX86" fmla="*/ 383438 w 888263"/>
              <a:gd name="connsiteY86" fmla="*/ 815187 h 1129616"/>
              <a:gd name="connsiteX87" fmla="*/ 364388 w 888263"/>
              <a:gd name="connsiteY87" fmla="*/ 843762 h 1129616"/>
              <a:gd name="connsiteX88" fmla="*/ 354863 w 888263"/>
              <a:gd name="connsiteY88" fmla="*/ 858049 h 1129616"/>
              <a:gd name="connsiteX89" fmla="*/ 335813 w 888263"/>
              <a:gd name="connsiteY89" fmla="*/ 886624 h 1129616"/>
              <a:gd name="connsiteX90" fmla="*/ 331050 w 888263"/>
              <a:gd name="connsiteY90" fmla="*/ 905674 h 1129616"/>
              <a:gd name="connsiteX91" fmla="*/ 307238 w 888263"/>
              <a:gd name="connsiteY91" fmla="*/ 943774 h 1129616"/>
              <a:gd name="connsiteX92" fmla="*/ 297713 w 888263"/>
              <a:gd name="connsiteY92" fmla="*/ 977112 h 1129616"/>
              <a:gd name="connsiteX93" fmla="*/ 283425 w 888263"/>
              <a:gd name="connsiteY93" fmla="*/ 996162 h 1129616"/>
              <a:gd name="connsiteX94" fmla="*/ 264375 w 888263"/>
              <a:gd name="connsiteY94" fmla="*/ 1029499 h 1129616"/>
              <a:gd name="connsiteX95" fmla="*/ 254850 w 888263"/>
              <a:gd name="connsiteY95" fmla="*/ 1062837 h 1129616"/>
              <a:gd name="connsiteX96" fmla="*/ 250088 w 888263"/>
              <a:gd name="connsiteY96" fmla="*/ 1077124 h 1129616"/>
              <a:gd name="connsiteX97" fmla="*/ 245325 w 888263"/>
              <a:gd name="connsiteY97" fmla="*/ 1096174 h 1129616"/>
              <a:gd name="connsiteX98" fmla="*/ 235800 w 888263"/>
              <a:gd name="connsiteY98" fmla="*/ 1129512 h 112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888263" h="1129616">
                <a:moveTo>
                  <a:pt x="888263" y="1129512"/>
                </a:moveTo>
                <a:cubicBezTo>
                  <a:pt x="877058" y="1095901"/>
                  <a:pt x="887085" y="1129616"/>
                  <a:pt x="878738" y="1062837"/>
                </a:cubicBezTo>
                <a:cubicBezTo>
                  <a:pt x="877734" y="1054805"/>
                  <a:pt x="875306" y="1047009"/>
                  <a:pt x="873975" y="1039024"/>
                </a:cubicBezTo>
                <a:cubicBezTo>
                  <a:pt x="872130" y="1027952"/>
                  <a:pt x="871737" y="1016625"/>
                  <a:pt x="869213" y="1005687"/>
                </a:cubicBezTo>
                <a:cubicBezTo>
                  <a:pt x="866955" y="995904"/>
                  <a:pt x="862863" y="986637"/>
                  <a:pt x="859688" y="977112"/>
                </a:cubicBezTo>
                <a:cubicBezTo>
                  <a:pt x="858100" y="972349"/>
                  <a:pt x="857170" y="967314"/>
                  <a:pt x="854925" y="962824"/>
                </a:cubicBezTo>
                <a:cubicBezTo>
                  <a:pt x="846988" y="946949"/>
                  <a:pt x="837705" y="931678"/>
                  <a:pt x="831113" y="915199"/>
                </a:cubicBezTo>
                <a:cubicBezTo>
                  <a:pt x="827938" y="907262"/>
                  <a:pt x="824590" y="899391"/>
                  <a:pt x="821588" y="891387"/>
                </a:cubicBezTo>
                <a:cubicBezTo>
                  <a:pt x="819825" y="886686"/>
                  <a:pt x="818803" y="881713"/>
                  <a:pt x="816825" y="877099"/>
                </a:cubicBezTo>
                <a:cubicBezTo>
                  <a:pt x="809573" y="860179"/>
                  <a:pt x="807342" y="858111"/>
                  <a:pt x="797775" y="843762"/>
                </a:cubicBezTo>
                <a:cubicBezTo>
                  <a:pt x="796188" y="838999"/>
                  <a:pt x="794392" y="834301"/>
                  <a:pt x="793013" y="829474"/>
                </a:cubicBezTo>
                <a:cubicBezTo>
                  <a:pt x="791215" y="823180"/>
                  <a:pt x="791497" y="816107"/>
                  <a:pt x="788250" y="810424"/>
                </a:cubicBezTo>
                <a:cubicBezTo>
                  <a:pt x="784908" y="804576"/>
                  <a:pt x="778725" y="800899"/>
                  <a:pt x="773963" y="796137"/>
                </a:cubicBezTo>
                <a:cubicBezTo>
                  <a:pt x="764605" y="768066"/>
                  <a:pt x="775508" y="795751"/>
                  <a:pt x="754913" y="762799"/>
                </a:cubicBezTo>
                <a:cubicBezTo>
                  <a:pt x="751150" y="756779"/>
                  <a:pt x="749041" y="749837"/>
                  <a:pt x="745388" y="743749"/>
                </a:cubicBezTo>
                <a:cubicBezTo>
                  <a:pt x="741174" y="736725"/>
                  <a:pt x="719867" y="704810"/>
                  <a:pt x="712050" y="696124"/>
                </a:cubicBezTo>
                <a:cubicBezTo>
                  <a:pt x="703039" y="686112"/>
                  <a:pt x="693000" y="677074"/>
                  <a:pt x="683475" y="667549"/>
                </a:cubicBezTo>
                <a:lnTo>
                  <a:pt x="664425" y="648499"/>
                </a:lnTo>
                <a:cubicBezTo>
                  <a:pt x="659663" y="643737"/>
                  <a:pt x="655849" y="637782"/>
                  <a:pt x="650138" y="634212"/>
                </a:cubicBezTo>
                <a:lnTo>
                  <a:pt x="612038" y="610399"/>
                </a:lnTo>
                <a:cubicBezTo>
                  <a:pt x="604154" y="605548"/>
                  <a:pt x="595927" y="601247"/>
                  <a:pt x="588225" y="596112"/>
                </a:cubicBezTo>
                <a:cubicBezTo>
                  <a:pt x="583463" y="592937"/>
                  <a:pt x="579057" y="589147"/>
                  <a:pt x="573938" y="586587"/>
                </a:cubicBezTo>
                <a:cubicBezTo>
                  <a:pt x="566291" y="582764"/>
                  <a:pt x="557772" y="580885"/>
                  <a:pt x="550125" y="577062"/>
                </a:cubicBezTo>
                <a:cubicBezTo>
                  <a:pt x="545006" y="574502"/>
                  <a:pt x="540957" y="570097"/>
                  <a:pt x="535838" y="567537"/>
                </a:cubicBezTo>
                <a:cubicBezTo>
                  <a:pt x="531348" y="565292"/>
                  <a:pt x="526040" y="565019"/>
                  <a:pt x="521550" y="562774"/>
                </a:cubicBezTo>
                <a:cubicBezTo>
                  <a:pt x="516431" y="560214"/>
                  <a:pt x="512493" y="555574"/>
                  <a:pt x="507263" y="553249"/>
                </a:cubicBezTo>
                <a:cubicBezTo>
                  <a:pt x="498088" y="549171"/>
                  <a:pt x="487042" y="549293"/>
                  <a:pt x="478688" y="543724"/>
                </a:cubicBezTo>
                <a:cubicBezTo>
                  <a:pt x="473925" y="540549"/>
                  <a:pt x="469520" y="536759"/>
                  <a:pt x="464400" y="534199"/>
                </a:cubicBezTo>
                <a:cubicBezTo>
                  <a:pt x="454639" y="529319"/>
                  <a:pt x="435353" y="526485"/>
                  <a:pt x="426300" y="524674"/>
                </a:cubicBezTo>
                <a:cubicBezTo>
                  <a:pt x="392904" y="491278"/>
                  <a:pt x="436264" y="529102"/>
                  <a:pt x="383438" y="505624"/>
                </a:cubicBezTo>
                <a:cubicBezTo>
                  <a:pt x="377283" y="502889"/>
                  <a:pt x="375174" y="494349"/>
                  <a:pt x="369150" y="491337"/>
                </a:cubicBezTo>
                <a:cubicBezTo>
                  <a:pt x="361910" y="487717"/>
                  <a:pt x="353091" y="488900"/>
                  <a:pt x="345338" y="486574"/>
                </a:cubicBezTo>
                <a:cubicBezTo>
                  <a:pt x="337149" y="484117"/>
                  <a:pt x="329530" y="480051"/>
                  <a:pt x="321525" y="477049"/>
                </a:cubicBezTo>
                <a:cubicBezTo>
                  <a:pt x="316825" y="475286"/>
                  <a:pt x="311852" y="474264"/>
                  <a:pt x="307238" y="472287"/>
                </a:cubicBezTo>
                <a:cubicBezTo>
                  <a:pt x="300712" y="469490"/>
                  <a:pt x="294780" y="465399"/>
                  <a:pt x="288188" y="462762"/>
                </a:cubicBezTo>
                <a:cubicBezTo>
                  <a:pt x="261235" y="451981"/>
                  <a:pt x="259146" y="453159"/>
                  <a:pt x="231038" y="448474"/>
                </a:cubicBezTo>
                <a:cubicBezTo>
                  <a:pt x="226275" y="445299"/>
                  <a:pt x="221981" y="441274"/>
                  <a:pt x="216750" y="438949"/>
                </a:cubicBezTo>
                <a:cubicBezTo>
                  <a:pt x="207575" y="434871"/>
                  <a:pt x="196529" y="434993"/>
                  <a:pt x="188175" y="429424"/>
                </a:cubicBezTo>
                <a:cubicBezTo>
                  <a:pt x="173827" y="419858"/>
                  <a:pt x="171756" y="417624"/>
                  <a:pt x="154838" y="410374"/>
                </a:cubicBezTo>
                <a:cubicBezTo>
                  <a:pt x="150224" y="408397"/>
                  <a:pt x="145313" y="407199"/>
                  <a:pt x="140550" y="405612"/>
                </a:cubicBezTo>
                <a:cubicBezTo>
                  <a:pt x="130016" y="395077"/>
                  <a:pt x="125238" y="388430"/>
                  <a:pt x="111975" y="381799"/>
                </a:cubicBezTo>
                <a:cubicBezTo>
                  <a:pt x="107485" y="379554"/>
                  <a:pt x="102450" y="378624"/>
                  <a:pt x="97688" y="377037"/>
                </a:cubicBezTo>
                <a:cubicBezTo>
                  <a:pt x="91338" y="367512"/>
                  <a:pt x="86733" y="356557"/>
                  <a:pt x="78638" y="348462"/>
                </a:cubicBezTo>
                <a:cubicBezTo>
                  <a:pt x="73875" y="343699"/>
                  <a:pt x="68485" y="339491"/>
                  <a:pt x="64350" y="334174"/>
                </a:cubicBezTo>
                <a:cubicBezTo>
                  <a:pt x="57322" y="325138"/>
                  <a:pt x="51650" y="315124"/>
                  <a:pt x="45300" y="305599"/>
                </a:cubicBezTo>
                <a:lnTo>
                  <a:pt x="35775" y="291312"/>
                </a:lnTo>
                <a:cubicBezTo>
                  <a:pt x="34188" y="286549"/>
                  <a:pt x="32776" y="281725"/>
                  <a:pt x="31013" y="277024"/>
                </a:cubicBezTo>
                <a:cubicBezTo>
                  <a:pt x="28011" y="269019"/>
                  <a:pt x="23945" y="261400"/>
                  <a:pt x="21488" y="253212"/>
                </a:cubicBezTo>
                <a:cubicBezTo>
                  <a:pt x="19162" y="245459"/>
                  <a:pt x="18688" y="237252"/>
                  <a:pt x="16725" y="229399"/>
                </a:cubicBezTo>
                <a:cubicBezTo>
                  <a:pt x="15507" y="224529"/>
                  <a:pt x="13342" y="219939"/>
                  <a:pt x="11963" y="215112"/>
                </a:cubicBezTo>
                <a:cubicBezTo>
                  <a:pt x="0" y="173243"/>
                  <a:pt x="13858" y="216038"/>
                  <a:pt x="2438" y="181774"/>
                </a:cubicBezTo>
                <a:cubicBezTo>
                  <a:pt x="4025" y="151612"/>
                  <a:pt x="4583" y="121378"/>
                  <a:pt x="7200" y="91287"/>
                </a:cubicBezTo>
                <a:cubicBezTo>
                  <a:pt x="9296" y="67189"/>
                  <a:pt x="11761" y="75337"/>
                  <a:pt x="26250" y="57949"/>
                </a:cubicBezTo>
                <a:cubicBezTo>
                  <a:pt x="29914" y="53552"/>
                  <a:pt x="31728" y="47709"/>
                  <a:pt x="35775" y="43662"/>
                </a:cubicBezTo>
                <a:cubicBezTo>
                  <a:pt x="49287" y="30151"/>
                  <a:pt x="51625" y="35932"/>
                  <a:pt x="69113" y="29374"/>
                </a:cubicBezTo>
                <a:cubicBezTo>
                  <a:pt x="116132" y="11741"/>
                  <a:pt x="50509" y="24032"/>
                  <a:pt x="131025" y="15087"/>
                </a:cubicBezTo>
                <a:cubicBezTo>
                  <a:pt x="135788" y="13499"/>
                  <a:pt x="140343" y="11034"/>
                  <a:pt x="145313" y="10324"/>
                </a:cubicBezTo>
                <a:cubicBezTo>
                  <a:pt x="217578" y="0"/>
                  <a:pt x="269273" y="7798"/>
                  <a:pt x="350100" y="10324"/>
                </a:cubicBezTo>
                <a:cubicBezTo>
                  <a:pt x="356450" y="13499"/>
                  <a:pt x="362415" y="17604"/>
                  <a:pt x="369150" y="19849"/>
                </a:cubicBezTo>
                <a:cubicBezTo>
                  <a:pt x="409306" y="33235"/>
                  <a:pt x="377040" y="14270"/>
                  <a:pt x="416775" y="34137"/>
                </a:cubicBezTo>
                <a:cubicBezTo>
                  <a:pt x="457970" y="54734"/>
                  <a:pt x="423286" y="44098"/>
                  <a:pt x="459638" y="53187"/>
                </a:cubicBezTo>
                <a:cubicBezTo>
                  <a:pt x="495110" y="76836"/>
                  <a:pt x="451544" y="46442"/>
                  <a:pt x="488213" y="76999"/>
                </a:cubicBezTo>
                <a:cubicBezTo>
                  <a:pt x="492610" y="80663"/>
                  <a:pt x="498246" y="82695"/>
                  <a:pt x="502500" y="86524"/>
                </a:cubicBezTo>
                <a:cubicBezTo>
                  <a:pt x="514181" y="97037"/>
                  <a:pt x="535838" y="119862"/>
                  <a:pt x="535838" y="119862"/>
                </a:cubicBezTo>
                <a:cubicBezTo>
                  <a:pt x="539013" y="127799"/>
                  <a:pt x="541211" y="136201"/>
                  <a:pt x="545363" y="143674"/>
                </a:cubicBezTo>
                <a:cubicBezTo>
                  <a:pt x="556152" y="163094"/>
                  <a:pt x="560247" y="159155"/>
                  <a:pt x="569175" y="177012"/>
                </a:cubicBezTo>
                <a:cubicBezTo>
                  <a:pt x="572998" y="184658"/>
                  <a:pt x="575778" y="192790"/>
                  <a:pt x="578700" y="200824"/>
                </a:cubicBezTo>
                <a:cubicBezTo>
                  <a:pt x="583847" y="214978"/>
                  <a:pt x="588225" y="229399"/>
                  <a:pt x="592988" y="243687"/>
                </a:cubicBezTo>
                <a:lnTo>
                  <a:pt x="597750" y="257974"/>
                </a:lnTo>
                <a:cubicBezTo>
                  <a:pt x="596163" y="307187"/>
                  <a:pt x="597887" y="356618"/>
                  <a:pt x="592988" y="405612"/>
                </a:cubicBezTo>
                <a:cubicBezTo>
                  <a:pt x="591489" y="420598"/>
                  <a:pt x="581653" y="433706"/>
                  <a:pt x="578700" y="448474"/>
                </a:cubicBezTo>
                <a:cubicBezTo>
                  <a:pt x="577113" y="456412"/>
                  <a:pt x="576498" y="464608"/>
                  <a:pt x="573938" y="472287"/>
                </a:cubicBezTo>
                <a:cubicBezTo>
                  <a:pt x="571693" y="479022"/>
                  <a:pt x="567210" y="484812"/>
                  <a:pt x="564413" y="491337"/>
                </a:cubicBezTo>
                <a:cubicBezTo>
                  <a:pt x="552582" y="518940"/>
                  <a:pt x="568429" y="492455"/>
                  <a:pt x="550125" y="519912"/>
                </a:cubicBezTo>
                <a:cubicBezTo>
                  <a:pt x="539816" y="561154"/>
                  <a:pt x="552440" y="516508"/>
                  <a:pt x="535838" y="558012"/>
                </a:cubicBezTo>
                <a:cubicBezTo>
                  <a:pt x="532109" y="567334"/>
                  <a:pt x="530803" y="577607"/>
                  <a:pt x="526313" y="586587"/>
                </a:cubicBezTo>
                <a:lnTo>
                  <a:pt x="507263" y="624687"/>
                </a:lnTo>
                <a:cubicBezTo>
                  <a:pt x="504088" y="631037"/>
                  <a:pt x="501998" y="638057"/>
                  <a:pt x="497738" y="643737"/>
                </a:cubicBezTo>
                <a:lnTo>
                  <a:pt x="483450" y="662787"/>
                </a:lnTo>
                <a:cubicBezTo>
                  <a:pt x="481863" y="667549"/>
                  <a:pt x="480665" y="672460"/>
                  <a:pt x="478688" y="677074"/>
                </a:cubicBezTo>
                <a:cubicBezTo>
                  <a:pt x="474579" y="686662"/>
                  <a:pt x="466671" y="701973"/>
                  <a:pt x="459638" y="710412"/>
                </a:cubicBezTo>
                <a:cubicBezTo>
                  <a:pt x="455326" y="715586"/>
                  <a:pt x="449662" y="719525"/>
                  <a:pt x="445350" y="724699"/>
                </a:cubicBezTo>
                <a:cubicBezTo>
                  <a:pt x="441686" y="729096"/>
                  <a:pt x="439489" y="734590"/>
                  <a:pt x="435825" y="738987"/>
                </a:cubicBezTo>
                <a:cubicBezTo>
                  <a:pt x="431513" y="744161"/>
                  <a:pt x="425673" y="747958"/>
                  <a:pt x="421538" y="753274"/>
                </a:cubicBezTo>
                <a:cubicBezTo>
                  <a:pt x="414510" y="762310"/>
                  <a:pt x="408838" y="772324"/>
                  <a:pt x="402488" y="781849"/>
                </a:cubicBezTo>
                <a:cubicBezTo>
                  <a:pt x="399313" y="786612"/>
                  <a:pt x="395523" y="791017"/>
                  <a:pt x="392963" y="796137"/>
                </a:cubicBezTo>
                <a:cubicBezTo>
                  <a:pt x="389788" y="802487"/>
                  <a:pt x="387091" y="809099"/>
                  <a:pt x="383438" y="815187"/>
                </a:cubicBezTo>
                <a:cubicBezTo>
                  <a:pt x="377548" y="825003"/>
                  <a:pt x="370738" y="834237"/>
                  <a:pt x="364388" y="843762"/>
                </a:cubicBezTo>
                <a:cubicBezTo>
                  <a:pt x="361213" y="848524"/>
                  <a:pt x="356673" y="852619"/>
                  <a:pt x="354863" y="858049"/>
                </a:cubicBezTo>
                <a:cubicBezTo>
                  <a:pt x="347970" y="878726"/>
                  <a:pt x="353650" y="868787"/>
                  <a:pt x="335813" y="886624"/>
                </a:cubicBezTo>
                <a:cubicBezTo>
                  <a:pt x="334225" y="892974"/>
                  <a:pt x="333348" y="899545"/>
                  <a:pt x="331050" y="905674"/>
                </a:cubicBezTo>
                <a:cubicBezTo>
                  <a:pt x="324512" y="923107"/>
                  <a:pt x="318476" y="928790"/>
                  <a:pt x="307238" y="943774"/>
                </a:cubicBezTo>
                <a:cubicBezTo>
                  <a:pt x="306208" y="947892"/>
                  <a:pt x="300747" y="971802"/>
                  <a:pt x="297713" y="977112"/>
                </a:cubicBezTo>
                <a:cubicBezTo>
                  <a:pt x="293775" y="984004"/>
                  <a:pt x="288039" y="989703"/>
                  <a:pt x="283425" y="996162"/>
                </a:cubicBezTo>
                <a:cubicBezTo>
                  <a:pt x="274884" y="1008119"/>
                  <a:pt x="270354" y="1015547"/>
                  <a:pt x="264375" y="1029499"/>
                </a:cubicBezTo>
                <a:cubicBezTo>
                  <a:pt x="259485" y="1040910"/>
                  <a:pt x="258299" y="1050764"/>
                  <a:pt x="254850" y="1062837"/>
                </a:cubicBezTo>
                <a:cubicBezTo>
                  <a:pt x="253471" y="1067664"/>
                  <a:pt x="251467" y="1072297"/>
                  <a:pt x="250088" y="1077124"/>
                </a:cubicBezTo>
                <a:cubicBezTo>
                  <a:pt x="248290" y="1083418"/>
                  <a:pt x="247623" y="1090045"/>
                  <a:pt x="245325" y="1096174"/>
                </a:cubicBezTo>
                <a:cubicBezTo>
                  <a:pt x="233670" y="1127253"/>
                  <a:pt x="235800" y="1102913"/>
                  <a:pt x="235800" y="1129512"/>
                </a:cubicBezTo>
              </a:path>
            </a:pathLst>
          </a:cu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672010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*class selector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웹 페이지에서 디자인을 선택하여 사용할 태그가 여러 개 일 때 사용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- style </a:t>
            </a:r>
            <a:r>
              <a:rPr lang="ko-KR" altLang="en-US" sz="1600" dirty="0" smtClean="0"/>
              <a:t>태그 클래스를 정의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.</a:t>
            </a:r>
            <a:r>
              <a:rPr lang="ko-KR" altLang="en-US" sz="1600" dirty="0" err="1" smtClean="0"/>
              <a:t>클래스명</a:t>
            </a:r>
            <a:r>
              <a:rPr lang="en-US" altLang="ko-KR" sz="1600" dirty="0" smtClean="0"/>
              <a:t>{ </a:t>
            </a:r>
            <a:r>
              <a:rPr lang="ko-KR" altLang="en-US" sz="1600" dirty="0" smtClean="0"/>
              <a:t>속성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값 </a:t>
            </a:r>
            <a:r>
              <a:rPr lang="en-US" altLang="ko-KR" sz="1600" dirty="0" smtClean="0"/>
              <a:t>; ,,,, }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-HTML &lt;body&gt;</a:t>
            </a:r>
            <a:r>
              <a:rPr lang="ko-KR" altLang="en-US" sz="1600" dirty="0" smtClean="0"/>
              <a:t>에서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ko-KR" altLang="en-US" sz="1600" dirty="0" err="1" smtClean="0"/>
              <a:t>태그명</a:t>
            </a:r>
            <a:r>
              <a:rPr lang="ko-KR" altLang="en-US" sz="1600" dirty="0" smtClean="0"/>
              <a:t> </a:t>
            </a:r>
            <a:r>
              <a:rPr lang="en-US" altLang="ko-KR" sz="1600" b="1" dirty="0" smtClean="0"/>
              <a:t>class</a:t>
            </a:r>
            <a:r>
              <a:rPr lang="en-US" altLang="ko-KR" sz="1600" dirty="0" smtClean="0"/>
              <a:t>=“</a:t>
            </a:r>
            <a:r>
              <a:rPr lang="ko-KR" altLang="en-US" sz="1600" dirty="0" err="1" smtClean="0"/>
              <a:t>클래스명</a:t>
            </a:r>
            <a:r>
              <a:rPr lang="en-US" altLang="ko-KR" sz="1600" dirty="0" smtClean="0"/>
              <a:t>”&gt;</a:t>
            </a:r>
            <a:endParaRPr lang="ko-KR" altLang="en-US" sz="1600" dirty="0"/>
          </a:p>
        </p:txBody>
      </p:sp>
      <p:sp>
        <p:nvSpPr>
          <p:cNvPr id="3" name="자유형 2"/>
          <p:cNvSpPr/>
          <p:nvPr/>
        </p:nvSpPr>
        <p:spPr>
          <a:xfrm>
            <a:off x="999694" y="1985963"/>
            <a:ext cx="1858414" cy="514350"/>
          </a:xfrm>
          <a:custGeom>
            <a:avLst/>
            <a:gdLst>
              <a:gd name="connsiteX0" fmla="*/ 1657781 w 1858414"/>
              <a:gd name="connsiteY0" fmla="*/ 514350 h 514350"/>
              <a:gd name="connsiteX1" fmla="*/ 1681594 w 1858414"/>
              <a:gd name="connsiteY1" fmla="*/ 500062 h 514350"/>
              <a:gd name="connsiteX2" fmla="*/ 1729219 w 1858414"/>
              <a:gd name="connsiteY2" fmla="*/ 476250 h 514350"/>
              <a:gd name="connsiteX3" fmla="*/ 1781606 w 1858414"/>
              <a:gd name="connsiteY3" fmla="*/ 433387 h 514350"/>
              <a:gd name="connsiteX4" fmla="*/ 1810181 w 1858414"/>
              <a:gd name="connsiteY4" fmla="*/ 381000 h 514350"/>
              <a:gd name="connsiteX5" fmla="*/ 1824469 w 1858414"/>
              <a:gd name="connsiteY5" fmla="*/ 361950 h 514350"/>
              <a:gd name="connsiteX6" fmla="*/ 1829231 w 1858414"/>
              <a:gd name="connsiteY6" fmla="*/ 338137 h 514350"/>
              <a:gd name="connsiteX7" fmla="*/ 1838756 w 1858414"/>
              <a:gd name="connsiteY7" fmla="*/ 300037 h 514350"/>
              <a:gd name="connsiteX8" fmla="*/ 1848281 w 1858414"/>
              <a:gd name="connsiteY8" fmla="*/ 261937 h 514350"/>
              <a:gd name="connsiteX9" fmla="*/ 1848281 w 1858414"/>
              <a:gd name="connsiteY9" fmla="*/ 114300 h 514350"/>
              <a:gd name="connsiteX10" fmla="*/ 1819706 w 1858414"/>
              <a:gd name="connsiteY10" fmla="*/ 85725 h 514350"/>
              <a:gd name="connsiteX11" fmla="*/ 1772081 w 1858414"/>
              <a:gd name="connsiteY11" fmla="*/ 76200 h 514350"/>
              <a:gd name="connsiteX12" fmla="*/ 1748269 w 1858414"/>
              <a:gd name="connsiteY12" fmla="*/ 66675 h 514350"/>
              <a:gd name="connsiteX13" fmla="*/ 1724456 w 1858414"/>
              <a:gd name="connsiteY13" fmla="*/ 61912 h 514350"/>
              <a:gd name="connsiteX14" fmla="*/ 1443469 w 1858414"/>
              <a:gd name="connsiteY14" fmla="*/ 71437 h 514350"/>
              <a:gd name="connsiteX15" fmla="*/ 1410131 w 1858414"/>
              <a:gd name="connsiteY15" fmla="*/ 76200 h 514350"/>
              <a:gd name="connsiteX16" fmla="*/ 1376794 w 1858414"/>
              <a:gd name="connsiteY16" fmla="*/ 90487 h 514350"/>
              <a:gd name="connsiteX17" fmla="*/ 1343456 w 1858414"/>
              <a:gd name="connsiteY17" fmla="*/ 100012 h 514350"/>
              <a:gd name="connsiteX18" fmla="*/ 1286306 w 1858414"/>
              <a:gd name="connsiteY18" fmla="*/ 119062 h 514350"/>
              <a:gd name="connsiteX19" fmla="*/ 1238681 w 1858414"/>
              <a:gd name="connsiteY19" fmla="*/ 133350 h 514350"/>
              <a:gd name="connsiteX20" fmla="*/ 1205344 w 1858414"/>
              <a:gd name="connsiteY20" fmla="*/ 142875 h 514350"/>
              <a:gd name="connsiteX21" fmla="*/ 1148194 w 1858414"/>
              <a:gd name="connsiteY21" fmla="*/ 161925 h 514350"/>
              <a:gd name="connsiteX22" fmla="*/ 1129144 w 1858414"/>
              <a:gd name="connsiteY22" fmla="*/ 176212 h 514350"/>
              <a:gd name="connsiteX23" fmla="*/ 1100569 w 1858414"/>
              <a:gd name="connsiteY23" fmla="*/ 180975 h 514350"/>
              <a:gd name="connsiteX24" fmla="*/ 1043419 w 1858414"/>
              <a:gd name="connsiteY24" fmla="*/ 190500 h 514350"/>
              <a:gd name="connsiteX25" fmla="*/ 971981 w 1858414"/>
              <a:gd name="connsiteY25" fmla="*/ 209550 h 514350"/>
              <a:gd name="connsiteX26" fmla="*/ 933881 w 1858414"/>
              <a:gd name="connsiteY26" fmla="*/ 219075 h 514350"/>
              <a:gd name="connsiteX27" fmla="*/ 919594 w 1858414"/>
              <a:gd name="connsiteY27" fmla="*/ 223837 h 514350"/>
              <a:gd name="connsiteX28" fmla="*/ 891019 w 1858414"/>
              <a:gd name="connsiteY28" fmla="*/ 228600 h 514350"/>
              <a:gd name="connsiteX29" fmla="*/ 876731 w 1858414"/>
              <a:gd name="connsiteY29" fmla="*/ 233362 h 514350"/>
              <a:gd name="connsiteX30" fmla="*/ 829106 w 1858414"/>
              <a:gd name="connsiteY30" fmla="*/ 238125 h 514350"/>
              <a:gd name="connsiteX31" fmla="*/ 771956 w 1858414"/>
              <a:gd name="connsiteY31" fmla="*/ 247650 h 514350"/>
              <a:gd name="connsiteX32" fmla="*/ 271894 w 1858414"/>
              <a:gd name="connsiteY32" fmla="*/ 242887 h 514350"/>
              <a:gd name="connsiteX33" fmla="*/ 248081 w 1858414"/>
              <a:gd name="connsiteY33" fmla="*/ 238125 h 514350"/>
              <a:gd name="connsiteX34" fmla="*/ 186169 w 1858414"/>
              <a:gd name="connsiteY34" fmla="*/ 228600 h 514350"/>
              <a:gd name="connsiteX35" fmla="*/ 167119 w 1858414"/>
              <a:gd name="connsiteY35" fmla="*/ 219075 h 514350"/>
              <a:gd name="connsiteX36" fmla="*/ 124256 w 1858414"/>
              <a:gd name="connsiteY36" fmla="*/ 200025 h 514350"/>
              <a:gd name="connsiteX37" fmla="*/ 43294 w 1858414"/>
              <a:gd name="connsiteY37" fmla="*/ 138112 h 514350"/>
              <a:gd name="connsiteX38" fmla="*/ 19481 w 1858414"/>
              <a:gd name="connsiteY38" fmla="*/ 104775 h 514350"/>
              <a:gd name="connsiteX39" fmla="*/ 9956 w 1858414"/>
              <a:gd name="connsiteY39" fmla="*/ 76200 h 514350"/>
              <a:gd name="connsiteX40" fmla="*/ 431 w 1858414"/>
              <a:gd name="connsiteY40" fmla="*/ 14287 h 514350"/>
              <a:gd name="connsiteX41" fmla="*/ 431 w 1858414"/>
              <a:gd name="connsiteY41" fmla="*/ 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858414" h="514350">
                <a:moveTo>
                  <a:pt x="1657781" y="514350"/>
                </a:moveTo>
                <a:cubicBezTo>
                  <a:pt x="1665719" y="509587"/>
                  <a:pt x="1673426" y="504418"/>
                  <a:pt x="1681594" y="500062"/>
                </a:cubicBezTo>
                <a:cubicBezTo>
                  <a:pt x="1697255" y="491710"/>
                  <a:pt x="1729219" y="476250"/>
                  <a:pt x="1729219" y="476250"/>
                </a:cubicBezTo>
                <a:cubicBezTo>
                  <a:pt x="1767576" y="437892"/>
                  <a:pt x="1748500" y="449940"/>
                  <a:pt x="1781606" y="433387"/>
                </a:cubicBezTo>
                <a:cubicBezTo>
                  <a:pt x="1791638" y="413323"/>
                  <a:pt x="1797014" y="401691"/>
                  <a:pt x="1810181" y="381000"/>
                </a:cubicBezTo>
                <a:cubicBezTo>
                  <a:pt x="1814443" y="374303"/>
                  <a:pt x="1819706" y="368300"/>
                  <a:pt x="1824469" y="361950"/>
                </a:cubicBezTo>
                <a:cubicBezTo>
                  <a:pt x="1826056" y="354012"/>
                  <a:pt x="1827411" y="346025"/>
                  <a:pt x="1829231" y="338137"/>
                </a:cubicBezTo>
                <a:cubicBezTo>
                  <a:pt x="1832174" y="325381"/>
                  <a:pt x="1836188" y="312874"/>
                  <a:pt x="1838756" y="300037"/>
                </a:cubicBezTo>
                <a:cubicBezTo>
                  <a:pt x="1844504" y="271302"/>
                  <a:pt x="1840960" y="283904"/>
                  <a:pt x="1848281" y="261937"/>
                </a:cubicBezTo>
                <a:cubicBezTo>
                  <a:pt x="1856994" y="200952"/>
                  <a:pt x="1858414" y="205498"/>
                  <a:pt x="1848281" y="114300"/>
                </a:cubicBezTo>
                <a:cubicBezTo>
                  <a:pt x="1847214" y="104694"/>
                  <a:pt x="1825502" y="87795"/>
                  <a:pt x="1819706" y="85725"/>
                </a:cubicBezTo>
                <a:cubicBezTo>
                  <a:pt x="1804460" y="80280"/>
                  <a:pt x="1772081" y="76200"/>
                  <a:pt x="1772081" y="76200"/>
                </a:cubicBezTo>
                <a:cubicBezTo>
                  <a:pt x="1764144" y="73025"/>
                  <a:pt x="1756457" y="69132"/>
                  <a:pt x="1748269" y="66675"/>
                </a:cubicBezTo>
                <a:cubicBezTo>
                  <a:pt x="1740516" y="64349"/>
                  <a:pt x="1732550" y="61786"/>
                  <a:pt x="1724456" y="61912"/>
                </a:cubicBezTo>
                <a:cubicBezTo>
                  <a:pt x="1630751" y="63376"/>
                  <a:pt x="1537131" y="68262"/>
                  <a:pt x="1443469" y="71437"/>
                </a:cubicBezTo>
                <a:cubicBezTo>
                  <a:pt x="1432356" y="73025"/>
                  <a:pt x="1420925" y="73116"/>
                  <a:pt x="1410131" y="76200"/>
                </a:cubicBezTo>
                <a:cubicBezTo>
                  <a:pt x="1398506" y="79521"/>
                  <a:pt x="1388180" y="86421"/>
                  <a:pt x="1376794" y="90487"/>
                </a:cubicBezTo>
                <a:cubicBezTo>
                  <a:pt x="1365910" y="94374"/>
                  <a:pt x="1354477" y="96532"/>
                  <a:pt x="1343456" y="100012"/>
                </a:cubicBezTo>
                <a:cubicBezTo>
                  <a:pt x="1324308" y="106059"/>
                  <a:pt x="1305787" y="114191"/>
                  <a:pt x="1286306" y="119062"/>
                </a:cubicBezTo>
                <a:cubicBezTo>
                  <a:pt x="1247434" y="128781"/>
                  <a:pt x="1288930" y="117889"/>
                  <a:pt x="1238681" y="133350"/>
                </a:cubicBezTo>
                <a:cubicBezTo>
                  <a:pt x="1227635" y="136749"/>
                  <a:pt x="1216131" y="138726"/>
                  <a:pt x="1205344" y="142875"/>
                </a:cubicBezTo>
                <a:cubicBezTo>
                  <a:pt x="1148432" y="164764"/>
                  <a:pt x="1205137" y="152433"/>
                  <a:pt x="1148194" y="161925"/>
                </a:cubicBezTo>
                <a:cubicBezTo>
                  <a:pt x="1141844" y="166687"/>
                  <a:pt x="1136514" y="173264"/>
                  <a:pt x="1129144" y="176212"/>
                </a:cubicBezTo>
                <a:cubicBezTo>
                  <a:pt x="1120178" y="179798"/>
                  <a:pt x="1110113" y="179507"/>
                  <a:pt x="1100569" y="180975"/>
                </a:cubicBezTo>
                <a:cubicBezTo>
                  <a:pt x="1049364" y="188853"/>
                  <a:pt x="1085344" y="182114"/>
                  <a:pt x="1043419" y="190500"/>
                </a:cubicBezTo>
                <a:cubicBezTo>
                  <a:pt x="1000852" y="216039"/>
                  <a:pt x="1037561" y="198620"/>
                  <a:pt x="971981" y="209550"/>
                </a:cubicBezTo>
                <a:cubicBezTo>
                  <a:pt x="959068" y="211702"/>
                  <a:pt x="946300" y="214936"/>
                  <a:pt x="933881" y="219075"/>
                </a:cubicBezTo>
                <a:cubicBezTo>
                  <a:pt x="929119" y="220662"/>
                  <a:pt x="924494" y="222748"/>
                  <a:pt x="919594" y="223837"/>
                </a:cubicBezTo>
                <a:cubicBezTo>
                  <a:pt x="910168" y="225932"/>
                  <a:pt x="900445" y="226505"/>
                  <a:pt x="891019" y="228600"/>
                </a:cubicBezTo>
                <a:cubicBezTo>
                  <a:pt x="886118" y="229689"/>
                  <a:pt x="881693" y="232599"/>
                  <a:pt x="876731" y="233362"/>
                </a:cubicBezTo>
                <a:cubicBezTo>
                  <a:pt x="860962" y="235788"/>
                  <a:pt x="844914" y="235969"/>
                  <a:pt x="829106" y="238125"/>
                </a:cubicBezTo>
                <a:cubicBezTo>
                  <a:pt x="809970" y="240735"/>
                  <a:pt x="791006" y="244475"/>
                  <a:pt x="771956" y="247650"/>
                </a:cubicBezTo>
                <a:lnTo>
                  <a:pt x="271894" y="242887"/>
                </a:lnTo>
                <a:cubicBezTo>
                  <a:pt x="263801" y="242740"/>
                  <a:pt x="256045" y="239573"/>
                  <a:pt x="248081" y="238125"/>
                </a:cubicBezTo>
                <a:cubicBezTo>
                  <a:pt x="223828" y="233715"/>
                  <a:pt x="211170" y="232171"/>
                  <a:pt x="186169" y="228600"/>
                </a:cubicBezTo>
                <a:cubicBezTo>
                  <a:pt x="179819" y="225425"/>
                  <a:pt x="173607" y="221958"/>
                  <a:pt x="167119" y="219075"/>
                </a:cubicBezTo>
                <a:cubicBezTo>
                  <a:pt x="140630" y="207302"/>
                  <a:pt x="147701" y="213050"/>
                  <a:pt x="124256" y="200025"/>
                </a:cubicBezTo>
                <a:cubicBezTo>
                  <a:pt x="94632" y="183567"/>
                  <a:pt x="65764" y="163792"/>
                  <a:pt x="43294" y="138112"/>
                </a:cubicBezTo>
                <a:cubicBezTo>
                  <a:pt x="35023" y="128660"/>
                  <a:pt x="26594" y="115444"/>
                  <a:pt x="19481" y="104775"/>
                </a:cubicBezTo>
                <a:cubicBezTo>
                  <a:pt x="16306" y="95250"/>
                  <a:pt x="11925" y="86045"/>
                  <a:pt x="9956" y="76200"/>
                </a:cubicBezTo>
                <a:cubicBezTo>
                  <a:pt x="4508" y="48958"/>
                  <a:pt x="3314" y="45997"/>
                  <a:pt x="431" y="14287"/>
                </a:cubicBezTo>
                <a:cubicBezTo>
                  <a:pt x="0" y="9544"/>
                  <a:pt x="431" y="4762"/>
                  <a:pt x="431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966601" y="1096392"/>
            <a:ext cx="301877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&lt;!DOCTYPE html&gt;</a:t>
            </a:r>
          </a:p>
          <a:p>
            <a:r>
              <a:rPr lang="en-US" altLang="ko-KR" sz="1200" dirty="0" smtClean="0"/>
              <a:t>&lt;html&gt;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&lt;title&gt;&lt;/title&gt;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&lt;style type=“text/</a:t>
            </a:r>
            <a:r>
              <a:rPr lang="en-US" altLang="ko-KR" sz="1200" dirty="0" err="1" smtClean="0"/>
              <a:t>css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 smtClean="0"/>
              <a:t>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.</a:t>
            </a:r>
            <a:r>
              <a:rPr lang="ko-KR" altLang="en-US" sz="1200" b="1" dirty="0" err="1" smtClean="0"/>
              <a:t>클래스명</a:t>
            </a:r>
            <a:r>
              <a:rPr lang="en-US" altLang="ko-KR" sz="1200" dirty="0" smtClean="0"/>
              <a:t>{ </a:t>
            </a:r>
            <a:r>
              <a:rPr lang="ko-KR" altLang="en-US" sz="1200" dirty="0" smtClean="0"/>
              <a:t>디자인 코드들</a:t>
            </a:r>
            <a:r>
              <a:rPr lang="en-US" altLang="ko-KR" sz="1200" dirty="0" smtClean="0"/>
              <a:t>….. }       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&lt;/style&gt;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&lt;body&gt;</a:t>
            </a:r>
          </a:p>
          <a:p>
            <a:r>
              <a:rPr lang="en-US" altLang="ko-KR" sz="1200" dirty="0" smtClean="0"/>
              <a:t>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class=“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클래스명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en-US" altLang="ko-KR" sz="1200" dirty="0" smtClean="0"/>
              <a:t>&gt;     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class=“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클래스명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 smtClean="0"/>
              <a:t>        &lt;</a:t>
            </a:r>
            <a:r>
              <a:rPr lang="ko-KR" altLang="en-US" sz="1200" dirty="0" err="1" smtClean="0"/>
              <a:t>태그명</a:t>
            </a:r>
            <a:r>
              <a:rPr lang="en-US" altLang="ko-KR" sz="1200" dirty="0" smtClean="0"/>
              <a:t>&gt;        </a:t>
            </a:r>
          </a:p>
          <a:p>
            <a:r>
              <a:rPr lang="en-US" altLang="ko-KR" sz="1200" dirty="0" smtClean="0"/>
              <a:t> 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class=“</a:t>
            </a:r>
            <a:r>
              <a:rPr lang="ko-KR" altLang="en-US" sz="1200" b="1" dirty="0" err="1" smtClean="0">
                <a:solidFill>
                  <a:srgbClr val="FF0000"/>
                </a:solidFill>
              </a:rPr>
              <a:t>클래스명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endParaRPr lang="en-US" altLang="ko-KR" sz="1200" dirty="0"/>
          </a:p>
          <a:p>
            <a:r>
              <a:rPr lang="en-US" altLang="ko-KR" sz="1200" dirty="0" smtClean="0"/>
              <a:t>  &lt;/body&gt;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&lt;/html&gt;</a:t>
            </a:r>
            <a:endParaRPr lang="ko-KR" altLang="en-US" sz="1200" dirty="0"/>
          </a:p>
        </p:txBody>
      </p:sp>
      <p:cxnSp>
        <p:nvCxnSpPr>
          <p:cNvPr id="6" name="직선 화살표 연결선 5"/>
          <p:cNvCxnSpPr/>
          <p:nvPr/>
        </p:nvCxnSpPr>
        <p:spPr>
          <a:xfrm rot="5400000">
            <a:off x="3979069" y="2316949"/>
            <a:ext cx="63341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71934" y="214311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1.</a:t>
            </a:r>
            <a:endParaRPr lang="ko-KR" altLang="en-US" sz="1200" b="1" dirty="0"/>
          </a:p>
        </p:txBody>
      </p:sp>
      <p:cxnSp>
        <p:nvCxnSpPr>
          <p:cNvPr id="8" name="직선 화살표 연결선 7"/>
          <p:cNvCxnSpPr/>
          <p:nvPr/>
        </p:nvCxnSpPr>
        <p:spPr>
          <a:xfrm rot="16200000" flipH="1">
            <a:off x="3686172" y="3786183"/>
            <a:ext cx="1271595" cy="14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71934" y="3214686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2.</a:t>
            </a:r>
            <a:endParaRPr lang="ko-KR" altLang="en-US" sz="1200" b="1" dirty="0"/>
          </a:p>
        </p:txBody>
      </p:sp>
      <p:sp>
        <p:nvSpPr>
          <p:cNvPr id="10" name="자유형 9"/>
          <p:cNvSpPr/>
          <p:nvPr/>
        </p:nvSpPr>
        <p:spPr>
          <a:xfrm>
            <a:off x="4605338" y="2128831"/>
            <a:ext cx="651645" cy="164523"/>
          </a:xfrm>
          <a:custGeom>
            <a:avLst/>
            <a:gdLst>
              <a:gd name="connsiteX0" fmla="*/ 623887 w 651645"/>
              <a:gd name="connsiteY0" fmla="*/ 138112 h 164523"/>
              <a:gd name="connsiteX1" fmla="*/ 590550 w 651645"/>
              <a:gd name="connsiteY1" fmla="*/ 109537 h 164523"/>
              <a:gd name="connsiteX2" fmla="*/ 547687 w 651645"/>
              <a:gd name="connsiteY2" fmla="*/ 71437 h 164523"/>
              <a:gd name="connsiteX3" fmla="*/ 533400 w 651645"/>
              <a:gd name="connsiteY3" fmla="*/ 66675 h 164523"/>
              <a:gd name="connsiteX4" fmla="*/ 519112 w 651645"/>
              <a:gd name="connsiteY4" fmla="*/ 52387 h 164523"/>
              <a:gd name="connsiteX5" fmla="*/ 490537 w 651645"/>
              <a:gd name="connsiteY5" fmla="*/ 33337 h 164523"/>
              <a:gd name="connsiteX6" fmla="*/ 476250 w 651645"/>
              <a:gd name="connsiteY6" fmla="*/ 19050 h 164523"/>
              <a:gd name="connsiteX7" fmla="*/ 457200 w 651645"/>
              <a:gd name="connsiteY7" fmla="*/ 14287 h 164523"/>
              <a:gd name="connsiteX8" fmla="*/ 428625 w 651645"/>
              <a:gd name="connsiteY8" fmla="*/ 4762 h 164523"/>
              <a:gd name="connsiteX9" fmla="*/ 414337 w 651645"/>
              <a:gd name="connsiteY9" fmla="*/ 0 h 164523"/>
              <a:gd name="connsiteX10" fmla="*/ 171450 w 651645"/>
              <a:gd name="connsiteY10" fmla="*/ 4762 h 164523"/>
              <a:gd name="connsiteX11" fmla="*/ 138112 w 651645"/>
              <a:gd name="connsiteY11" fmla="*/ 19050 h 164523"/>
              <a:gd name="connsiteX12" fmla="*/ 119062 w 651645"/>
              <a:gd name="connsiteY12" fmla="*/ 28575 h 164523"/>
              <a:gd name="connsiteX13" fmla="*/ 104775 w 651645"/>
              <a:gd name="connsiteY13" fmla="*/ 42862 h 164523"/>
              <a:gd name="connsiteX14" fmla="*/ 76200 w 651645"/>
              <a:gd name="connsiteY14" fmla="*/ 57150 h 164523"/>
              <a:gd name="connsiteX15" fmla="*/ 47625 w 651645"/>
              <a:gd name="connsiteY15" fmla="*/ 85725 h 164523"/>
              <a:gd name="connsiteX16" fmla="*/ 33337 w 651645"/>
              <a:gd name="connsiteY16" fmla="*/ 100012 h 164523"/>
              <a:gd name="connsiteX17" fmla="*/ 14287 w 651645"/>
              <a:gd name="connsiteY17" fmla="*/ 133350 h 164523"/>
              <a:gd name="connsiteX18" fmla="*/ 4762 w 651645"/>
              <a:gd name="connsiteY18" fmla="*/ 147637 h 164523"/>
              <a:gd name="connsiteX19" fmla="*/ 0 w 651645"/>
              <a:gd name="connsiteY19" fmla="*/ 161925 h 164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51645" h="164523">
                <a:moveTo>
                  <a:pt x="623887" y="138112"/>
                </a:moveTo>
                <a:cubicBezTo>
                  <a:pt x="572884" y="87109"/>
                  <a:pt x="651645" y="164523"/>
                  <a:pt x="590550" y="109537"/>
                </a:cubicBezTo>
                <a:cubicBezTo>
                  <a:pt x="574771" y="95336"/>
                  <a:pt x="566026" y="80606"/>
                  <a:pt x="547687" y="71437"/>
                </a:cubicBezTo>
                <a:cubicBezTo>
                  <a:pt x="543197" y="69192"/>
                  <a:pt x="538162" y="68262"/>
                  <a:pt x="533400" y="66675"/>
                </a:cubicBezTo>
                <a:cubicBezTo>
                  <a:pt x="528637" y="61912"/>
                  <a:pt x="524429" y="56522"/>
                  <a:pt x="519112" y="52387"/>
                </a:cubicBezTo>
                <a:cubicBezTo>
                  <a:pt x="510076" y="45359"/>
                  <a:pt x="498632" y="41432"/>
                  <a:pt x="490537" y="33337"/>
                </a:cubicBezTo>
                <a:cubicBezTo>
                  <a:pt x="485775" y="28575"/>
                  <a:pt x="482098" y="22392"/>
                  <a:pt x="476250" y="19050"/>
                </a:cubicBezTo>
                <a:cubicBezTo>
                  <a:pt x="470567" y="15803"/>
                  <a:pt x="463469" y="16168"/>
                  <a:pt x="457200" y="14287"/>
                </a:cubicBezTo>
                <a:cubicBezTo>
                  <a:pt x="447583" y="11402"/>
                  <a:pt x="438150" y="7937"/>
                  <a:pt x="428625" y="4762"/>
                </a:cubicBezTo>
                <a:lnTo>
                  <a:pt x="414337" y="0"/>
                </a:lnTo>
                <a:lnTo>
                  <a:pt x="171450" y="4762"/>
                </a:lnTo>
                <a:cubicBezTo>
                  <a:pt x="152655" y="5445"/>
                  <a:pt x="152767" y="10676"/>
                  <a:pt x="138112" y="19050"/>
                </a:cubicBezTo>
                <a:cubicBezTo>
                  <a:pt x="131948" y="22572"/>
                  <a:pt x="124839" y="24449"/>
                  <a:pt x="119062" y="28575"/>
                </a:cubicBezTo>
                <a:cubicBezTo>
                  <a:pt x="113582" y="32490"/>
                  <a:pt x="110379" y="39126"/>
                  <a:pt x="104775" y="42862"/>
                </a:cubicBezTo>
                <a:cubicBezTo>
                  <a:pt x="71677" y="64927"/>
                  <a:pt x="109919" y="27178"/>
                  <a:pt x="76200" y="57150"/>
                </a:cubicBezTo>
                <a:cubicBezTo>
                  <a:pt x="66132" y="66099"/>
                  <a:pt x="57150" y="76200"/>
                  <a:pt x="47625" y="85725"/>
                </a:cubicBezTo>
                <a:cubicBezTo>
                  <a:pt x="42862" y="90487"/>
                  <a:pt x="37073" y="94408"/>
                  <a:pt x="33337" y="100012"/>
                </a:cubicBezTo>
                <a:cubicBezTo>
                  <a:pt x="10127" y="134829"/>
                  <a:pt x="38462" y="91045"/>
                  <a:pt x="14287" y="133350"/>
                </a:cubicBezTo>
                <a:cubicBezTo>
                  <a:pt x="11447" y="138320"/>
                  <a:pt x="7937" y="142875"/>
                  <a:pt x="4762" y="147637"/>
                </a:cubicBezTo>
                <a:lnTo>
                  <a:pt x="0" y="161925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 12"/>
          <p:cNvSpPr/>
          <p:nvPr/>
        </p:nvSpPr>
        <p:spPr>
          <a:xfrm>
            <a:off x="4881563" y="2414588"/>
            <a:ext cx="1035095" cy="1014412"/>
          </a:xfrm>
          <a:custGeom>
            <a:avLst/>
            <a:gdLst>
              <a:gd name="connsiteX0" fmla="*/ 1019175 w 1035095"/>
              <a:gd name="connsiteY0" fmla="*/ 1014412 h 1014412"/>
              <a:gd name="connsiteX1" fmla="*/ 1019175 w 1035095"/>
              <a:gd name="connsiteY1" fmla="*/ 852487 h 1014412"/>
              <a:gd name="connsiteX2" fmla="*/ 1014412 w 1035095"/>
              <a:gd name="connsiteY2" fmla="*/ 828675 h 1014412"/>
              <a:gd name="connsiteX3" fmla="*/ 1000125 w 1035095"/>
              <a:gd name="connsiteY3" fmla="*/ 795337 h 1014412"/>
              <a:gd name="connsiteX4" fmla="*/ 981075 w 1035095"/>
              <a:gd name="connsiteY4" fmla="*/ 752475 h 1014412"/>
              <a:gd name="connsiteX5" fmla="*/ 942975 w 1035095"/>
              <a:gd name="connsiteY5" fmla="*/ 681037 h 1014412"/>
              <a:gd name="connsiteX6" fmla="*/ 938212 w 1035095"/>
              <a:gd name="connsiteY6" fmla="*/ 666750 h 1014412"/>
              <a:gd name="connsiteX7" fmla="*/ 904875 w 1035095"/>
              <a:gd name="connsiteY7" fmla="*/ 638175 h 1014412"/>
              <a:gd name="connsiteX8" fmla="*/ 895350 w 1035095"/>
              <a:gd name="connsiteY8" fmla="*/ 623887 h 1014412"/>
              <a:gd name="connsiteX9" fmla="*/ 842962 w 1035095"/>
              <a:gd name="connsiteY9" fmla="*/ 595312 h 1014412"/>
              <a:gd name="connsiteX10" fmla="*/ 828675 w 1035095"/>
              <a:gd name="connsiteY10" fmla="*/ 590550 h 1014412"/>
              <a:gd name="connsiteX11" fmla="*/ 795337 w 1035095"/>
              <a:gd name="connsiteY11" fmla="*/ 585787 h 1014412"/>
              <a:gd name="connsiteX12" fmla="*/ 771525 w 1035095"/>
              <a:gd name="connsiteY12" fmla="*/ 571500 h 1014412"/>
              <a:gd name="connsiteX13" fmla="*/ 709612 w 1035095"/>
              <a:gd name="connsiteY13" fmla="*/ 561975 h 1014412"/>
              <a:gd name="connsiteX14" fmla="*/ 681037 w 1035095"/>
              <a:gd name="connsiteY14" fmla="*/ 557212 h 1014412"/>
              <a:gd name="connsiteX15" fmla="*/ 661987 w 1035095"/>
              <a:gd name="connsiteY15" fmla="*/ 552450 h 1014412"/>
              <a:gd name="connsiteX16" fmla="*/ 609600 w 1035095"/>
              <a:gd name="connsiteY16" fmla="*/ 547687 h 1014412"/>
              <a:gd name="connsiteX17" fmla="*/ 581025 w 1035095"/>
              <a:gd name="connsiteY17" fmla="*/ 542925 h 1014412"/>
              <a:gd name="connsiteX18" fmla="*/ 552450 w 1035095"/>
              <a:gd name="connsiteY18" fmla="*/ 533400 h 1014412"/>
              <a:gd name="connsiteX19" fmla="*/ 485775 w 1035095"/>
              <a:gd name="connsiteY19" fmla="*/ 523875 h 1014412"/>
              <a:gd name="connsiteX20" fmla="*/ 452437 w 1035095"/>
              <a:gd name="connsiteY20" fmla="*/ 514350 h 1014412"/>
              <a:gd name="connsiteX21" fmla="*/ 428625 w 1035095"/>
              <a:gd name="connsiteY21" fmla="*/ 509587 h 1014412"/>
              <a:gd name="connsiteX22" fmla="*/ 385762 w 1035095"/>
              <a:gd name="connsiteY22" fmla="*/ 500062 h 1014412"/>
              <a:gd name="connsiteX23" fmla="*/ 361950 w 1035095"/>
              <a:gd name="connsiteY23" fmla="*/ 490537 h 1014412"/>
              <a:gd name="connsiteX24" fmla="*/ 347662 w 1035095"/>
              <a:gd name="connsiteY24" fmla="*/ 485775 h 1014412"/>
              <a:gd name="connsiteX25" fmla="*/ 323850 w 1035095"/>
              <a:gd name="connsiteY25" fmla="*/ 476250 h 1014412"/>
              <a:gd name="connsiteX26" fmla="*/ 309562 w 1035095"/>
              <a:gd name="connsiteY26" fmla="*/ 471487 h 1014412"/>
              <a:gd name="connsiteX27" fmla="*/ 276225 w 1035095"/>
              <a:gd name="connsiteY27" fmla="*/ 447675 h 1014412"/>
              <a:gd name="connsiteX28" fmla="*/ 238125 w 1035095"/>
              <a:gd name="connsiteY28" fmla="*/ 419100 h 1014412"/>
              <a:gd name="connsiteX29" fmla="*/ 190500 w 1035095"/>
              <a:gd name="connsiteY29" fmla="*/ 376237 h 1014412"/>
              <a:gd name="connsiteX30" fmla="*/ 180975 w 1035095"/>
              <a:gd name="connsiteY30" fmla="*/ 357187 h 1014412"/>
              <a:gd name="connsiteX31" fmla="*/ 157162 w 1035095"/>
              <a:gd name="connsiteY31" fmla="*/ 323850 h 1014412"/>
              <a:gd name="connsiteX32" fmla="*/ 142875 w 1035095"/>
              <a:gd name="connsiteY32" fmla="*/ 300037 h 1014412"/>
              <a:gd name="connsiteX33" fmla="*/ 138112 w 1035095"/>
              <a:gd name="connsiteY33" fmla="*/ 285750 h 1014412"/>
              <a:gd name="connsiteX34" fmla="*/ 123825 w 1035095"/>
              <a:gd name="connsiteY34" fmla="*/ 280987 h 1014412"/>
              <a:gd name="connsiteX35" fmla="*/ 100012 w 1035095"/>
              <a:gd name="connsiteY35" fmla="*/ 238125 h 1014412"/>
              <a:gd name="connsiteX36" fmla="*/ 80962 w 1035095"/>
              <a:gd name="connsiteY36" fmla="*/ 204787 h 1014412"/>
              <a:gd name="connsiteX37" fmla="*/ 71437 w 1035095"/>
              <a:gd name="connsiteY37" fmla="*/ 185737 h 1014412"/>
              <a:gd name="connsiteX38" fmla="*/ 66675 w 1035095"/>
              <a:gd name="connsiteY38" fmla="*/ 171450 h 1014412"/>
              <a:gd name="connsiteX39" fmla="*/ 52387 w 1035095"/>
              <a:gd name="connsiteY39" fmla="*/ 157162 h 1014412"/>
              <a:gd name="connsiteX40" fmla="*/ 47625 w 1035095"/>
              <a:gd name="connsiteY40" fmla="*/ 142875 h 1014412"/>
              <a:gd name="connsiteX41" fmla="*/ 38100 w 1035095"/>
              <a:gd name="connsiteY41" fmla="*/ 128587 h 1014412"/>
              <a:gd name="connsiteX42" fmla="*/ 33337 w 1035095"/>
              <a:gd name="connsiteY42" fmla="*/ 109537 h 1014412"/>
              <a:gd name="connsiteX43" fmla="*/ 23812 w 1035095"/>
              <a:gd name="connsiteY43" fmla="*/ 80962 h 1014412"/>
              <a:gd name="connsiteX44" fmla="*/ 14287 w 1035095"/>
              <a:gd name="connsiteY44" fmla="*/ 52387 h 1014412"/>
              <a:gd name="connsiteX45" fmla="*/ 9525 w 1035095"/>
              <a:gd name="connsiteY45" fmla="*/ 38100 h 1014412"/>
              <a:gd name="connsiteX46" fmla="*/ 0 w 1035095"/>
              <a:gd name="connsiteY46" fmla="*/ 0 h 1014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35095" h="1014412">
                <a:moveTo>
                  <a:pt x="1019175" y="1014412"/>
                </a:moveTo>
                <a:cubicBezTo>
                  <a:pt x="1035095" y="950724"/>
                  <a:pt x="1027051" y="990318"/>
                  <a:pt x="1019175" y="852487"/>
                </a:cubicBezTo>
                <a:cubicBezTo>
                  <a:pt x="1018713" y="844406"/>
                  <a:pt x="1016972" y="836354"/>
                  <a:pt x="1014412" y="828675"/>
                </a:cubicBezTo>
                <a:cubicBezTo>
                  <a:pt x="1010589" y="817205"/>
                  <a:pt x="1004887" y="806450"/>
                  <a:pt x="1000125" y="795337"/>
                </a:cubicBezTo>
                <a:cubicBezTo>
                  <a:pt x="989466" y="742048"/>
                  <a:pt x="1004474" y="799273"/>
                  <a:pt x="981075" y="752475"/>
                </a:cubicBezTo>
                <a:cubicBezTo>
                  <a:pt x="943034" y="676392"/>
                  <a:pt x="981752" y="729509"/>
                  <a:pt x="942975" y="681037"/>
                </a:cubicBezTo>
                <a:cubicBezTo>
                  <a:pt x="941387" y="676275"/>
                  <a:pt x="940997" y="670927"/>
                  <a:pt x="938212" y="666750"/>
                </a:cubicBezTo>
                <a:cubicBezTo>
                  <a:pt x="931577" y="656797"/>
                  <a:pt x="913682" y="644780"/>
                  <a:pt x="904875" y="638175"/>
                </a:cubicBezTo>
                <a:cubicBezTo>
                  <a:pt x="901700" y="633412"/>
                  <a:pt x="899658" y="627656"/>
                  <a:pt x="895350" y="623887"/>
                </a:cubicBezTo>
                <a:cubicBezTo>
                  <a:pt x="876838" y="607689"/>
                  <a:pt x="864576" y="603417"/>
                  <a:pt x="842962" y="595312"/>
                </a:cubicBezTo>
                <a:cubicBezTo>
                  <a:pt x="838262" y="593549"/>
                  <a:pt x="833597" y="591534"/>
                  <a:pt x="828675" y="590550"/>
                </a:cubicBezTo>
                <a:cubicBezTo>
                  <a:pt x="817667" y="588348"/>
                  <a:pt x="806450" y="587375"/>
                  <a:pt x="795337" y="585787"/>
                </a:cubicBezTo>
                <a:cubicBezTo>
                  <a:pt x="787400" y="581025"/>
                  <a:pt x="779984" y="575259"/>
                  <a:pt x="771525" y="571500"/>
                </a:cubicBezTo>
                <a:cubicBezTo>
                  <a:pt x="757542" y="565285"/>
                  <a:pt x="717222" y="562990"/>
                  <a:pt x="709612" y="561975"/>
                </a:cubicBezTo>
                <a:cubicBezTo>
                  <a:pt x="700040" y="560699"/>
                  <a:pt x="690506" y="559106"/>
                  <a:pt x="681037" y="557212"/>
                </a:cubicBezTo>
                <a:cubicBezTo>
                  <a:pt x="674619" y="555928"/>
                  <a:pt x="668475" y="553315"/>
                  <a:pt x="661987" y="552450"/>
                </a:cubicBezTo>
                <a:cubicBezTo>
                  <a:pt x="644606" y="550133"/>
                  <a:pt x="627014" y="549736"/>
                  <a:pt x="609600" y="547687"/>
                </a:cubicBezTo>
                <a:cubicBezTo>
                  <a:pt x="600010" y="546559"/>
                  <a:pt x="590550" y="544512"/>
                  <a:pt x="581025" y="542925"/>
                </a:cubicBezTo>
                <a:cubicBezTo>
                  <a:pt x="571500" y="539750"/>
                  <a:pt x="562136" y="536042"/>
                  <a:pt x="552450" y="533400"/>
                </a:cubicBezTo>
                <a:cubicBezTo>
                  <a:pt x="531596" y="527712"/>
                  <a:pt x="506396" y="526166"/>
                  <a:pt x="485775" y="523875"/>
                </a:cubicBezTo>
                <a:cubicBezTo>
                  <a:pt x="474662" y="520700"/>
                  <a:pt x="463649" y="517153"/>
                  <a:pt x="452437" y="514350"/>
                </a:cubicBezTo>
                <a:cubicBezTo>
                  <a:pt x="444584" y="512387"/>
                  <a:pt x="436478" y="511550"/>
                  <a:pt x="428625" y="509587"/>
                </a:cubicBezTo>
                <a:cubicBezTo>
                  <a:pt x="381735" y="497865"/>
                  <a:pt x="464377" y="513166"/>
                  <a:pt x="385762" y="500062"/>
                </a:cubicBezTo>
                <a:cubicBezTo>
                  <a:pt x="377825" y="496887"/>
                  <a:pt x="369955" y="493539"/>
                  <a:pt x="361950" y="490537"/>
                </a:cubicBezTo>
                <a:cubicBezTo>
                  <a:pt x="357249" y="488774"/>
                  <a:pt x="352363" y="487538"/>
                  <a:pt x="347662" y="485775"/>
                </a:cubicBezTo>
                <a:cubicBezTo>
                  <a:pt x="339657" y="482773"/>
                  <a:pt x="331854" y="479252"/>
                  <a:pt x="323850" y="476250"/>
                </a:cubicBezTo>
                <a:cubicBezTo>
                  <a:pt x="319149" y="474487"/>
                  <a:pt x="314052" y="473732"/>
                  <a:pt x="309562" y="471487"/>
                </a:cubicBezTo>
                <a:cubicBezTo>
                  <a:pt x="301047" y="467229"/>
                  <a:pt x="282691" y="451986"/>
                  <a:pt x="276225" y="447675"/>
                </a:cubicBezTo>
                <a:cubicBezTo>
                  <a:pt x="206166" y="400969"/>
                  <a:pt x="288403" y="460997"/>
                  <a:pt x="238125" y="419100"/>
                </a:cubicBezTo>
                <a:cubicBezTo>
                  <a:pt x="218522" y="402765"/>
                  <a:pt x="206575" y="408387"/>
                  <a:pt x="190500" y="376237"/>
                </a:cubicBezTo>
                <a:cubicBezTo>
                  <a:pt x="187325" y="369887"/>
                  <a:pt x="184497" y="363351"/>
                  <a:pt x="180975" y="357187"/>
                </a:cubicBezTo>
                <a:cubicBezTo>
                  <a:pt x="172455" y="342277"/>
                  <a:pt x="167385" y="339184"/>
                  <a:pt x="157162" y="323850"/>
                </a:cubicBezTo>
                <a:cubicBezTo>
                  <a:pt x="152027" y="316148"/>
                  <a:pt x="147015" y="308316"/>
                  <a:pt x="142875" y="300037"/>
                </a:cubicBezTo>
                <a:cubicBezTo>
                  <a:pt x="140630" y="295547"/>
                  <a:pt x="141662" y="289300"/>
                  <a:pt x="138112" y="285750"/>
                </a:cubicBezTo>
                <a:cubicBezTo>
                  <a:pt x="134562" y="282200"/>
                  <a:pt x="128587" y="282575"/>
                  <a:pt x="123825" y="280987"/>
                </a:cubicBezTo>
                <a:cubicBezTo>
                  <a:pt x="110652" y="241474"/>
                  <a:pt x="132768" y="303638"/>
                  <a:pt x="100012" y="238125"/>
                </a:cubicBezTo>
                <a:cubicBezTo>
                  <a:pt x="71229" y="180559"/>
                  <a:pt x="107888" y="251908"/>
                  <a:pt x="80962" y="204787"/>
                </a:cubicBezTo>
                <a:cubicBezTo>
                  <a:pt x="77440" y="198623"/>
                  <a:pt x="74234" y="192263"/>
                  <a:pt x="71437" y="185737"/>
                </a:cubicBezTo>
                <a:cubicBezTo>
                  <a:pt x="69460" y="181123"/>
                  <a:pt x="69460" y="175627"/>
                  <a:pt x="66675" y="171450"/>
                </a:cubicBezTo>
                <a:cubicBezTo>
                  <a:pt x="62939" y="165846"/>
                  <a:pt x="57150" y="161925"/>
                  <a:pt x="52387" y="157162"/>
                </a:cubicBezTo>
                <a:cubicBezTo>
                  <a:pt x="50800" y="152400"/>
                  <a:pt x="49870" y="147365"/>
                  <a:pt x="47625" y="142875"/>
                </a:cubicBezTo>
                <a:cubicBezTo>
                  <a:pt x="45065" y="137755"/>
                  <a:pt x="40355" y="133848"/>
                  <a:pt x="38100" y="128587"/>
                </a:cubicBezTo>
                <a:cubicBezTo>
                  <a:pt x="35522" y="122571"/>
                  <a:pt x="35218" y="115806"/>
                  <a:pt x="33337" y="109537"/>
                </a:cubicBezTo>
                <a:cubicBezTo>
                  <a:pt x="30452" y="99920"/>
                  <a:pt x="26987" y="90487"/>
                  <a:pt x="23812" y="80962"/>
                </a:cubicBezTo>
                <a:lnTo>
                  <a:pt x="14287" y="52387"/>
                </a:lnTo>
                <a:cubicBezTo>
                  <a:pt x="12700" y="47625"/>
                  <a:pt x="10743" y="42970"/>
                  <a:pt x="9525" y="38100"/>
                </a:cubicBez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4808688" y="2414588"/>
            <a:ext cx="968225" cy="1304925"/>
          </a:xfrm>
          <a:custGeom>
            <a:avLst/>
            <a:gdLst>
              <a:gd name="connsiteX0" fmla="*/ 968225 w 968225"/>
              <a:gd name="connsiteY0" fmla="*/ 1304925 h 1304925"/>
              <a:gd name="connsiteX1" fmla="*/ 958700 w 968225"/>
              <a:gd name="connsiteY1" fmla="*/ 1219200 h 1304925"/>
              <a:gd name="connsiteX2" fmla="*/ 944412 w 968225"/>
              <a:gd name="connsiteY2" fmla="*/ 1195387 h 1304925"/>
              <a:gd name="connsiteX3" fmla="*/ 939650 w 968225"/>
              <a:gd name="connsiteY3" fmla="*/ 1166812 h 1304925"/>
              <a:gd name="connsiteX4" fmla="*/ 930125 w 968225"/>
              <a:gd name="connsiteY4" fmla="*/ 1143000 h 1304925"/>
              <a:gd name="connsiteX5" fmla="*/ 915837 w 968225"/>
              <a:gd name="connsiteY5" fmla="*/ 1109662 h 1304925"/>
              <a:gd name="connsiteX6" fmla="*/ 906312 w 968225"/>
              <a:gd name="connsiteY6" fmla="*/ 1085850 h 1304925"/>
              <a:gd name="connsiteX7" fmla="*/ 896787 w 968225"/>
              <a:gd name="connsiteY7" fmla="*/ 1057275 h 1304925"/>
              <a:gd name="connsiteX8" fmla="*/ 887262 w 968225"/>
              <a:gd name="connsiteY8" fmla="*/ 1042987 h 1304925"/>
              <a:gd name="connsiteX9" fmla="*/ 882500 w 968225"/>
              <a:gd name="connsiteY9" fmla="*/ 1023937 h 1304925"/>
              <a:gd name="connsiteX10" fmla="*/ 863450 w 968225"/>
              <a:gd name="connsiteY10" fmla="*/ 1000125 h 1304925"/>
              <a:gd name="connsiteX11" fmla="*/ 853925 w 968225"/>
              <a:gd name="connsiteY11" fmla="*/ 985837 h 1304925"/>
              <a:gd name="connsiteX12" fmla="*/ 801537 w 968225"/>
              <a:gd name="connsiteY12" fmla="*/ 919162 h 1304925"/>
              <a:gd name="connsiteX13" fmla="*/ 777725 w 968225"/>
              <a:gd name="connsiteY13" fmla="*/ 900112 h 1304925"/>
              <a:gd name="connsiteX14" fmla="*/ 749150 w 968225"/>
              <a:gd name="connsiteY14" fmla="*/ 876300 h 1304925"/>
              <a:gd name="connsiteX15" fmla="*/ 730100 w 968225"/>
              <a:gd name="connsiteY15" fmla="*/ 866775 h 1304925"/>
              <a:gd name="connsiteX16" fmla="*/ 706287 w 968225"/>
              <a:gd name="connsiteY16" fmla="*/ 842962 h 1304925"/>
              <a:gd name="connsiteX17" fmla="*/ 677712 w 968225"/>
              <a:gd name="connsiteY17" fmla="*/ 823912 h 1304925"/>
              <a:gd name="connsiteX18" fmla="*/ 649137 w 968225"/>
              <a:gd name="connsiteY18" fmla="*/ 800100 h 1304925"/>
              <a:gd name="connsiteX19" fmla="*/ 601512 w 968225"/>
              <a:gd name="connsiteY19" fmla="*/ 771525 h 1304925"/>
              <a:gd name="connsiteX20" fmla="*/ 553887 w 968225"/>
              <a:gd name="connsiteY20" fmla="*/ 738187 h 1304925"/>
              <a:gd name="connsiteX21" fmla="*/ 534837 w 968225"/>
              <a:gd name="connsiteY21" fmla="*/ 733425 h 1304925"/>
              <a:gd name="connsiteX22" fmla="*/ 511025 w 968225"/>
              <a:gd name="connsiteY22" fmla="*/ 723900 h 1304925"/>
              <a:gd name="connsiteX23" fmla="*/ 472925 w 968225"/>
              <a:gd name="connsiteY23" fmla="*/ 704850 h 1304925"/>
              <a:gd name="connsiteX24" fmla="*/ 453875 w 968225"/>
              <a:gd name="connsiteY24" fmla="*/ 690562 h 1304925"/>
              <a:gd name="connsiteX25" fmla="*/ 439587 w 968225"/>
              <a:gd name="connsiteY25" fmla="*/ 676275 h 1304925"/>
              <a:gd name="connsiteX26" fmla="*/ 411012 w 968225"/>
              <a:gd name="connsiteY26" fmla="*/ 657225 h 1304925"/>
              <a:gd name="connsiteX27" fmla="*/ 382437 w 968225"/>
              <a:gd name="connsiteY27" fmla="*/ 633412 h 1304925"/>
              <a:gd name="connsiteX28" fmla="*/ 358625 w 968225"/>
              <a:gd name="connsiteY28" fmla="*/ 619125 h 1304925"/>
              <a:gd name="connsiteX29" fmla="*/ 330050 w 968225"/>
              <a:gd name="connsiteY29" fmla="*/ 595312 h 1304925"/>
              <a:gd name="connsiteX30" fmla="*/ 272900 w 968225"/>
              <a:gd name="connsiteY30" fmla="*/ 557212 h 1304925"/>
              <a:gd name="connsiteX31" fmla="*/ 244325 w 968225"/>
              <a:gd name="connsiteY31" fmla="*/ 538162 h 1304925"/>
              <a:gd name="connsiteX32" fmla="*/ 206225 w 968225"/>
              <a:gd name="connsiteY32" fmla="*/ 509587 h 1304925"/>
              <a:gd name="connsiteX33" fmla="*/ 177650 w 968225"/>
              <a:gd name="connsiteY33" fmla="*/ 476250 h 1304925"/>
              <a:gd name="connsiteX34" fmla="*/ 168125 w 968225"/>
              <a:gd name="connsiteY34" fmla="*/ 461962 h 1304925"/>
              <a:gd name="connsiteX35" fmla="*/ 149075 w 968225"/>
              <a:gd name="connsiteY35" fmla="*/ 447675 h 1304925"/>
              <a:gd name="connsiteX36" fmla="*/ 130025 w 968225"/>
              <a:gd name="connsiteY36" fmla="*/ 423862 h 1304925"/>
              <a:gd name="connsiteX37" fmla="*/ 115737 w 968225"/>
              <a:gd name="connsiteY37" fmla="*/ 409575 h 1304925"/>
              <a:gd name="connsiteX38" fmla="*/ 87162 w 968225"/>
              <a:gd name="connsiteY38" fmla="*/ 371475 h 1304925"/>
              <a:gd name="connsiteX39" fmla="*/ 77637 w 968225"/>
              <a:gd name="connsiteY39" fmla="*/ 352425 h 1304925"/>
              <a:gd name="connsiteX40" fmla="*/ 44300 w 968225"/>
              <a:gd name="connsiteY40" fmla="*/ 300037 h 1304925"/>
              <a:gd name="connsiteX41" fmla="*/ 25250 w 968225"/>
              <a:gd name="connsiteY41" fmla="*/ 252412 h 1304925"/>
              <a:gd name="connsiteX42" fmla="*/ 15725 w 968225"/>
              <a:gd name="connsiteY42" fmla="*/ 228600 h 1304925"/>
              <a:gd name="connsiteX43" fmla="*/ 10962 w 968225"/>
              <a:gd name="connsiteY43" fmla="*/ 0 h 130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68225" h="1304925">
                <a:moveTo>
                  <a:pt x="968225" y="1304925"/>
                </a:moveTo>
                <a:cubicBezTo>
                  <a:pt x="968151" y="1303895"/>
                  <a:pt x="967351" y="1238665"/>
                  <a:pt x="958700" y="1219200"/>
                </a:cubicBezTo>
                <a:cubicBezTo>
                  <a:pt x="954940" y="1210741"/>
                  <a:pt x="949175" y="1203325"/>
                  <a:pt x="944412" y="1195387"/>
                </a:cubicBezTo>
                <a:cubicBezTo>
                  <a:pt x="942825" y="1185862"/>
                  <a:pt x="942191" y="1176128"/>
                  <a:pt x="939650" y="1166812"/>
                </a:cubicBezTo>
                <a:cubicBezTo>
                  <a:pt x="937401" y="1158564"/>
                  <a:pt x="933127" y="1151004"/>
                  <a:pt x="930125" y="1143000"/>
                </a:cubicBezTo>
                <a:cubicBezTo>
                  <a:pt x="912517" y="1096047"/>
                  <a:pt x="942597" y="1169871"/>
                  <a:pt x="915837" y="1109662"/>
                </a:cubicBezTo>
                <a:cubicBezTo>
                  <a:pt x="912365" y="1101850"/>
                  <a:pt x="909234" y="1093884"/>
                  <a:pt x="906312" y="1085850"/>
                </a:cubicBezTo>
                <a:cubicBezTo>
                  <a:pt x="902881" y="1076414"/>
                  <a:pt x="900865" y="1066450"/>
                  <a:pt x="896787" y="1057275"/>
                </a:cubicBezTo>
                <a:cubicBezTo>
                  <a:pt x="894462" y="1052044"/>
                  <a:pt x="890437" y="1047750"/>
                  <a:pt x="887262" y="1042987"/>
                </a:cubicBezTo>
                <a:cubicBezTo>
                  <a:pt x="885675" y="1036637"/>
                  <a:pt x="885679" y="1029659"/>
                  <a:pt x="882500" y="1023937"/>
                </a:cubicBezTo>
                <a:cubicBezTo>
                  <a:pt x="877564" y="1015051"/>
                  <a:pt x="869549" y="1008257"/>
                  <a:pt x="863450" y="1000125"/>
                </a:cubicBezTo>
                <a:cubicBezTo>
                  <a:pt x="860016" y="995546"/>
                  <a:pt x="856925" y="990712"/>
                  <a:pt x="853925" y="985837"/>
                </a:cubicBezTo>
                <a:cubicBezTo>
                  <a:pt x="795567" y="891004"/>
                  <a:pt x="853288" y="970912"/>
                  <a:pt x="801537" y="919162"/>
                </a:cubicBezTo>
                <a:cubicBezTo>
                  <a:pt x="779994" y="897620"/>
                  <a:pt x="805540" y="909385"/>
                  <a:pt x="777725" y="900112"/>
                </a:cubicBezTo>
                <a:cubicBezTo>
                  <a:pt x="764593" y="886981"/>
                  <a:pt x="764619" y="885140"/>
                  <a:pt x="749150" y="876300"/>
                </a:cubicBezTo>
                <a:cubicBezTo>
                  <a:pt x="742986" y="872778"/>
                  <a:pt x="735704" y="871134"/>
                  <a:pt x="730100" y="866775"/>
                </a:cubicBezTo>
                <a:cubicBezTo>
                  <a:pt x="721239" y="859883"/>
                  <a:pt x="714975" y="850070"/>
                  <a:pt x="706287" y="842962"/>
                </a:cubicBezTo>
                <a:cubicBezTo>
                  <a:pt x="697427" y="835713"/>
                  <a:pt x="686870" y="830781"/>
                  <a:pt x="677712" y="823912"/>
                </a:cubicBezTo>
                <a:cubicBezTo>
                  <a:pt x="667793" y="816473"/>
                  <a:pt x="659354" y="807124"/>
                  <a:pt x="649137" y="800100"/>
                </a:cubicBezTo>
                <a:cubicBezTo>
                  <a:pt x="633881" y="789612"/>
                  <a:pt x="616322" y="782633"/>
                  <a:pt x="601512" y="771525"/>
                </a:cubicBezTo>
                <a:cubicBezTo>
                  <a:pt x="589565" y="762564"/>
                  <a:pt x="565615" y="744051"/>
                  <a:pt x="553887" y="738187"/>
                </a:cubicBezTo>
                <a:cubicBezTo>
                  <a:pt x="548033" y="735260"/>
                  <a:pt x="541047" y="735495"/>
                  <a:pt x="534837" y="733425"/>
                </a:cubicBezTo>
                <a:cubicBezTo>
                  <a:pt x="526727" y="730722"/>
                  <a:pt x="518498" y="728052"/>
                  <a:pt x="511025" y="723900"/>
                </a:cubicBezTo>
                <a:cubicBezTo>
                  <a:pt x="471285" y="701822"/>
                  <a:pt x="512419" y="714722"/>
                  <a:pt x="472925" y="704850"/>
                </a:cubicBezTo>
                <a:cubicBezTo>
                  <a:pt x="466575" y="700087"/>
                  <a:pt x="459902" y="695728"/>
                  <a:pt x="453875" y="690562"/>
                </a:cubicBezTo>
                <a:cubicBezTo>
                  <a:pt x="448761" y="686179"/>
                  <a:pt x="444903" y="680410"/>
                  <a:pt x="439587" y="676275"/>
                </a:cubicBezTo>
                <a:cubicBezTo>
                  <a:pt x="430551" y="669247"/>
                  <a:pt x="420170" y="664094"/>
                  <a:pt x="411012" y="657225"/>
                </a:cubicBezTo>
                <a:cubicBezTo>
                  <a:pt x="401093" y="649786"/>
                  <a:pt x="392464" y="640705"/>
                  <a:pt x="382437" y="633412"/>
                </a:cubicBezTo>
                <a:cubicBezTo>
                  <a:pt x="374951" y="627968"/>
                  <a:pt x="366111" y="624569"/>
                  <a:pt x="358625" y="619125"/>
                </a:cubicBezTo>
                <a:cubicBezTo>
                  <a:pt x="348598" y="611832"/>
                  <a:pt x="340101" y="602571"/>
                  <a:pt x="330050" y="595312"/>
                </a:cubicBezTo>
                <a:cubicBezTo>
                  <a:pt x="311489" y="581907"/>
                  <a:pt x="291950" y="569912"/>
                  <a:pt x="272900" y="557212"/>
                </a:cubicBezTo>
                <a:cubicBezTo>
                  <a:pt x="263375" y="550862"/>
                  <a:pt x="253483" y="545031"/>
                  <a:pt x="244325" y="538162"/>
                </a:cubicBezTo>
                <a:cubicBezTo>
                  <a:pt x="231625" y="528637"/>
                  <a:pt x="215031" y="522796"/>
                  <a:pt x="206225" y="509587"/>
                </a:cubicBezTo>
                <a:cubicBezTo>
                  <a:pt x="184356" y="476784"/>
                  <a:pt x="212300" y="516675"/>
                  <a:pt x="177650" y="476250"/>
                </a:cubicBezTo>
                <a:cubicBezTo>
                  <a:pt x="173925" y="471904"/>
                  <a:pt x="172172" y="466009"/>
                  <a:pt x="168125" y="461962"/>
                </a:cubicBezTo>
                <a:cubicBezTo>
                  <a:pt x="162512" y="456349"/>
                  <a:pt x="154688" y="453288"/>
                  <a:pt x="149075" y="447675"/>
                </a:cubicBezTo>
                <a:cubicBezTo>
                  <a:pt x="141887" y="440487"/>
                  <a:pt x="136719" y="431512"/>
                  <a:pt x="130025" y="423862"/>
                </a:cubicBezTo>
                <a:cubicBezTo>
                  <a:pt x="125590" y="418793"/>
                  <a:pt x="120500" y="414337"/>
                  <a:pt x="115737" y="409575"/>
                </a:cubicBezTo>
                <a:cubicBezTo>
                  <a:pt x="92681" y="363464"/>
                  <a:pt x="123267" y="419615"/>
                  <a:pt x="87162" y="371475"/>
                </a:cubicBezTo>
                <a:cubicBezTo>
                  <a:pt x="82902" y="365795"/>
                  <a:pt x="81159" y="358589"/>
                  <a:pt x="77637" y="352425"/>
                </a:cubicBezTo>
                <a:cubicBezTo>
                  <a:pt x="66174" y="332364"/>
                  <a:pt x="54482" y="325492"/>
                  <a:pt x="44300" y="300037"/>
                </a:cubicBezTo>
                <a:lnTo>
                  <a:pt x="25250" y="252412"/>
                </a:lnTo>
                <a:lnTo>
                  <a:pt x="15725" y="228600"/>
                </a:lnTo>
                <a:cubicBezTo>
                  <a:pt x="0" y="134257"/>
                  <a:pt x="10962" y="209681"/>
                  <a:pt x="10962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/>
        </p:nvSpPr>
        <p:spPr>
          <a:xfrm>
            <a:off x="4756767" y="2447925"/>
            <a:ext cx="1072533" cy="1737352"/>
          </a:xfrm>
          <a:custGeom>
            <a:avLst/>
            <a:gdLst>
              <a:gd name="connsiteX0" fmla="*/ 1072533 w 1072533"/>
              <a:gd name="connsiteY0" fmla="*/ 1733550 h 1737352"/>
              <a:gd name="connsiteX1" fmla="*/ 1058246 w 1072533"/>
              <a:gd name="connsiteY1" fmla="*/ 1690688 h 1737352"/>
              <a:gd name="connsiteX2" fmla="*/ 1048721 w 1072533"/>
              <a:gd name="connsiteY2" fmla="*/ 1671638 h 1737352"/>
              <a:gd name="connsiteX3" fmla="*/ 1043958 w 1072533"/>
              <a:gd name="connsiteY3" fmla="*/ 1657350 h 1737352"/>
              <a:gd name="connsiteX4" fmla="*/ 1039196 w 1072533"/>
              <a:gd name="connsiteY4" fmla="*/ 1619250 h 1737352"/>
              <a:gd name="connsiteX5" fmla="*/ 1020146 w 1072533"/>
              <a:gd name="connsiteY5" fmla="*/ 1571625 h 1737352"/>
              <a:gd name="connsiteX6" fmla="*/ 1001096 w 1072533"/>
              <a:gd name="connsiteY6" fmla="*/ 1528763 h 1737352"/>
              <a:gd name="connsiteX7" fmla="*/ 977283 w 1072533"/>
              <a:gd name="connsiteY7" fmla="*/ 1471613 h 1737352"/>
              <a:gd name="connsiteX8" fmla="*/ 962996 w 1072533"/>
              <a:gd name="connsiteY8" fmla="*/ 1452563 h 1737352"/>
              <a:gd name="connsiteX9" fmla="*/ 953471 w 1072533"/>
              <a:gd name="connsiteY9" fmla="*/ 1428750 h 1737352"/>
              <a:gd name="connsiteX10" fmla="*/ 934421 w 1072533"/>
              <a:gd name="connsiteY10" fmla="*/ 1404938 h 1737352"/>
              <a:gd name="connsiteX11" fmla="*/ 910608 w 1072533"/>
              <a:gd name="connsiteY11" fmla="*/ 1362075 h 1737352"/>
              <a:gd name="connsiteX12" fmla="*/ 872508 w 1072533"/>
              <a:gd name="connsiteY12" fmla="*/ 1314450 h 1737352"/>
              <a:gd name="connsiteX13" fmla="*/ 862983 w 1072533"/>
              <a:gd name="connsiteY13" fmla="*/ 1300163 h 1737352"/>
              <a:gd name="connsiteX14" fmla="*/ 848696 w 1072533"/>
              <a:gd name="connsiteY14" fmla="*/ 1281113 h 1737352"/>
              <a:gd name="connsiteX15" fmla="*/ 829646 w 1072533"/>
              <a:gd name="connsiteY15" fmla="*/ 1252538 h 1737352"/>
              <a:gd name="connsiteX16" fmla="*/ 820121 w 1072533"/>
              <a:gd name="connsiteY16" fmla="*/ 1238250 h 1737352"/>
              <a:gd name="connsiteX17" fmla="*/ 791546 w 1072533"/>
              <a:gd name="connsiteY17" fmla="*/ 1200150 h 1737352"/>
              <a:gd name="connsiteX18" fmla="*/ 772496 w 1072533"/>
              <a:gd name="connsiteY18" fmla="*/ 1171575 h 1737352"/>
              <a:gd name="connsiteX19" fmla="*/ 743921 w 1072533"/>
              <a:gd name="connsiteY19" fmla="*/ 1133475 h 1737352"/>
              <a:gd name="connsiteX20" fmla="*/ 734396 w 1072533"/>
              <a:gd name="connsiteY20" fmla="*/ 1114425 h 1737352"/>
              <a:gd name="connsiteX21" fmla="*/ 710583 w 1072533"/>
              <a:gd name="connsiteY21" fmla="*/ 1090613 h 1737352"/>
              <a:gd name="connsiteX22" fmla="*/ 682008 w 1072533"/>
              <a:gd name="connsiteY22" fmla="*/ 1052513 h 1737352"/>
              <a:gd name="connsiteX23" fmla="*/ 672483 w 1072533"/>
              <a:gd name="connsiteY23" fmla="*/ 1038225 h 1737352"/>
              <a:gd name="connsiteX24" fmla="*/ 629621 w 1072533"/>
              <a:gd name="connsiteY24" fmla="*/ 1009650 h 1737352"/>
              <a:gd name="connsiteX25" fmla="*/ 615333 w 1072533"/>
              <a:gd name="connsiteY25" fmla="*/ 995363 h 1737352"/>
              <a:gd name="connsiteX26" fmla="*/ 601046 w 1072533"/>
              <a:gd name="connsiteY26" fmla="*/ 985838 h 1737352"/>
              <a:gd name="connsiteX27" fmla="*/ 558183 w 1072533"/>
              <a:gd name="connsiteY27" fmla="*/ 947738 h 1737352"/>
              <a:gd name="connsiteX28" fmla="*/ 505796 w 1072533"/>
              <a:gd name="connsiteY28" fmla="*/ 919163 h 1737352"/>
              <a:gd name="connsiteX29" fmla="*/ 481983 w 1072533"/>
              <a:gd name="connsiteY29" fmla="*/ 904875 h 1737352"/>
              <a:gd name="connsiteX30" fmla="*/ 467696 w 1072533"/>
              <a:gd name="connsiteY30" fmla="*/ 895350 h 1737352"/>
              <a:gd name="connsiteX31" fmla="*/ 448646 w 1072533"/>
              <a:gd name="connsiteY31" fmla="*/ 890588 h 1737352"/>
              <a:gd name="connsiteX32" fmla="*/ 415308 w 1072533"/>
              <a:gd name="connsiteY32" fmla="*/ 871538 h 1737352"/>
              <a:gd name="connsiteX33" fmla="*/ 396258 w 1072533"/>
              <a:gd name="connsiteY33" fmla="*/ 857250 h 1737352"/>
              <a:gd name="connsiteX34" fmla="*/ 372446 w 1072533"/>
              <a:gd name="connsiteY34" fmla="*/ 847725 h 1737352"/>
              <a:gd name="connsiteX35" fmla="*/ 339108 w 1072533"/>
              <a:gd name="connsiteY35" fmla="*/ 819150 h 1737352"/>
              <a:gd name="connsiteX36" fmla="*/ 324821 w 1072533"/>
              <a:gd name="connsiteY36" fmla="*/ 814388 h 1737352"/>
              <a:gd name="connsiteX37" fmla="*/ 305771 w 1072533"/>
              <a:gd name="connsiteY37" fmla="*/ 800100 h 1737352"/>
              <a:gd name="connsiteX38" fmla="*/ 296246 w 1072533"/>
              <a:gd name="connsiteY38" fmla="*/ 785813 h 1737352"/>
              <a:gd name="connsiteX39" fmla="*/ 258146 w 1072533"/>
              <a:gd name="connsiteY39" fmla="*/ 762000 h 1737352"/>
              <a:gd name="connsiteX40" fmla="*/ 243858 w 1072533"/>
              <a:gd name="connsiteY40" fmla="*/ 742950 h 1737352"/>
              <a:gd name="connsiteX41" fmla="*/ 224808 w 1072533"/>
              <a:gd name="connsiteY41" fmla="*/ 728663 h 1737352"/>
              <a:gd name="connsiteX42" fmla="*/ 200996 w 1072533"/>
              <a:gd name="connsiteY42" fmla="*/ 700088 h 1737352"/>
              <a:gd name="connsiteX43" fmla="*/ 167658 w 1072533"/>
              <a:gd name="connsiteY43" fmla="*/ 666750 h 1737352"/>
              <a:gd name="connsiteX44" fmla="*/ 158133 w 1072533"/>
              <a:gd name="connsiteY44" fmla="*/ 647700 h 1737352"/>
              <a:gd name="connsiteX45" fmla="*/ 134321 w 1072533"/>
              <a:gd name="connsiteY45" fmla="*/ 619125 h 1737352"/>
              <a:gd name="connsiteX46" fmla="*/ 129558 w 1072533"/>
              <a:gd name="connsiteY46" fmla="*/ 604838 h 1737352"/>
              <a:gd name="connsiteX47" fmla="*/ 120033 w 1072533"/>
              <a:gd name="connsiteY47" fmla="*/ 590550 h 1737352"/>
              <a:gd name="connsiteX48" fmla="*/ 110508 w 1072533"/>
              <a:gd name="connsiteY48" fmla="*/ 571500 h 1737352"/>
              <a:gd name="connsiteX49" fmla="*/ 100983 w 1072533"/>
              <a:gd name="connsiteY49" fmla="*/ 538163 h 1737352"/>
              <a:gd name="connsiteX50" fmla="*/ 91458 w 1072533"/>
              <a:gd name="connsiteY50" fmla="*/ 523875 h 1737352"/>
              <a:gd name="connsiteX51" fmla="*/ 86696 w 1072533"/>
              <a:gd name="connsiteY51" fmla="*/ 509588 h 1737352"/>
              <a:gd name="connsiteX52" fmla="*/ 81933 w 1072533"/>
              <a:gd name="connsiteY52" fmla="*/ 490538 h 1737352"/>
              <a:gd name="connsiteX53" fmla="*/ 67646 w 1072533"/>
              <a:gd name="connsiteY53" fmla="*/ 447675 h 1737352"/>
              <a:gd name="connsiteX54" fmla="*/ 62883 w 1072533"/>
              <a:gd name="connsiteY54" fmla="*/ 428625 h 1737352"/>
              <a:gd name="connsiteX55" fmla="*/ 53358 w 1072533"/>
              <a:gd name="connsiteY55" fmla="*/ 400050 h 1737352"/>
              <a:gd name="connsiteX56" fmla="*/ 43833 w 1072533"/>
              <a:gd name="connsiteY56" fmla="*/ 361950 h 1737352"/>
              <a:gd name="connsiteX57" fmla="*/ 39071 w 1072533"/>
              <a:gd name="connsiteY57" fmla="*/ 342900 h 1737352"/>
              <a:gd name="connsiteX58" fmla="*/ 29546 w 1072533"/>
              <a:gd name="connsiteY58" fmla="*/ 314325 h 1737352"/>
              <a:gd name="connsiteX59" fmla="*/ 20021 w 1072533"/>
              <a:gd name="connsiteY59" fmla="*/ 285750 h 1737352"/>
              <a:gd name="connsiteX60" fmla="*/ 10496 w 1072533"/>
              <a:gd name="connsiteY60" fmla="*/ 252413 h 1737352"/>
              <a:gd name="connsiteX61" fmla="*/ 10496 w 1072533"/>
              <a:gd name="connsiteY61" fmla="*/ 47625 h 1737352"/>
              <a:gd name="connsiteX62" fmla="*/ 20021 w 1072533"/>
              <a:gd name="connsiteY62" fmla="*/ 19050 h 1737352"/>
              <a:gd name="connsiteX63" fmla="*/ 24783 w 1072533"/>
              <a:gd name="connsiteY63" fmla="*/ 4763 h 1737352"/>
              <a:gd name="connsiteX64" fmla="*/ 24783 w 1072533"/>
              <a:gd name="connsiteY64" fmla="*/ 0 h 173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072533" h="1737352">
                <a:moveTo>
                  <a:pt x="1072533" y="1733550"/>
                </a:moveTo>
                <a:cubicBezTo>
                  <a:pt x="1052734" y="1703853"/>
                  <a:pt x="1072245" y="1737352"/>
                  <a:pt x="1058246" y="1690688"/>
                </a:cubicBezTo>
                <a:cubicBezTo>
                  <a:pt x="1056206" y="1683888"/>
                  <a:pt x="1051518" y="1678163"/>
                  <a:pt x="1048721" y="1671638"/>
                </a:cubicBezTo>
                <a:cubicBezTo>
                  <a:pt x="1046743" y="1667024"/>
                  <a:pt x="1045546" y="1662113"/>
                  <a:pt x="1043958" y="1657350"/>
                </a:cubicBezTo>
                <a:cubicBezTo>
                  <a:pt x="1042371" y="1644650"/>
                  <a:pt x="1042621" y="1631582"/>
                  <a:pt x="1039196" y="1619250"/>
                </a:cubicBezTo>
                <a:cubicBezTo>
                  <a:pt x="1034620" y="1602776"/>
                  <a:pt x="1024293" y="1588212"/>
                  <a:pt x="1020146" y="1571625"/>
                </a:cubicBezTo>
                <a:cubicBezTo>
                  <a:pt x="1013138" y="1543595"/>
                  <a:pt x="1018751" y="1558188"/>
                  <a:pt x="1001096" y="1528763"/>
                </a:cubicBezTo>
                <a:cubicBezTo>
                  <a:pt x="995422" y="1506069"/>
                  <a:pt x="993765" y="1493590"/>
                  <a:pt x="977283" y="1471613"/>
                </a:cubicBezTo>
                <a:cubicBezTo>
                  <a:pt x="972521" y="1465263"/>
                  <a:pt x="966851" y="1459502"/>
                  <a:pt x="962996" y="1452563"/>
                </a:cubicBezTo>
                <a:cubicBezTo>
                  <a:pt x="958844" y="1445090"/>
                  <a:pt x="957869" y="1436081"/>
                  <a:pt x="953471" y="1428750"/>
                </a:cubicBezTo>
                <a:cubicBezTo>
                  <a:pt x="948241" y="1420034"/>
                  <a:pt x="940059" y="1413396"/>
                  <a:pt x="934421" y="1404938"/>
                </a:cubicBezTo>
                <a:cubicBezTo>
                  <a:pt x="901223" y="1355142"/>
                  <a:pt x="954018" y="1421270"/>
                  <a:pt x="910608" y="1362075"/>
                </a:cubicBezTo>
                <a:cubicBezTo>
                  <a:pt x="898586" y="1345681"/>
                  <a:pt x="883785" y="1331365"/>
                  <a:pt x="872508" y="1314450"/>
                </a:cubicBezTo>
                <a:cubicBezTo>
                  <a:pt x="869333" y="1309688"/>
                  <a:pt x="866310" y="1304821"/>
                  <a:pt x="862983" y="1300163"/>
                </a:cubicBezTo>
                <a:cubicBezTo>
                  <a:pt x="858369" y="1293704"/>
                  <a:pt x="853248" y="1287616"/>
                  <a:pt x="848696" y="1281113"/>
                </a:cubicBezTo>
                <a:cubicBezTo>
                  <a:pt x="842131" y="1271735"/>
                  <a:pt x="835996" y="1262063"/>
                  <a:pt x="829646" y="1252538"/>
                </a:cubicBezTo>
                <a:cubicBezTo>
                  <a:pt x="826471" y="1247775"/>
                  <a:pt x="823555" y="1242829"/>
                  <a:pt x="820121" y="1238250"/>
                </a:cubicBezTo>
                <a:lnTo>
                  <a:pt x="791546" y="1200150"/>
                </a:lnTo>
                <a:cubicBezTo>
                  <a:pt x="782991" y="1174489"/>
                  <a:pt x="792562" y="1196101"/>
                  <a:pt x="772496" y="1171575"/>
                </a:cubicBezTo>
                <a:cubicBezTo>
                  <a:pt x="762443" y="1159288"/>
                  <a:pt x="752727" y="1146684"/>
                  <a:pt x="743921" y="1133475"/>
                </a:cubicBezTo>
                <a:cubicBezTo>
                  <a:pt x="739983" y="1127568"/>
                  <a:pt x="738755" y="1120029"/>
                  <a:pt x="734396" y="1114425"/>
                </a:cubicBezTo>
                <a:cubicBezTo>
                  <a:pt x="727504" y="1105564"/>
                  <a:pt x="718521" y="1098550"/>
                  <a:pt x="710583" y="1090613"/>
                </a:cubicBezTo>
                <a:cubicBezTo>
                  <a:pt x="693236" y="1055918"/>
                  <a:pt x="710893" y="1086212"/>
                  <a:pt x="682008" y="1052513"/>
                </a:cubicBezTo>
                <a:cubicBezTo>
                  <a:pt x="678283" y="1048167"/>
                  <a:pt x="676530" y="1042272"/>
                  <a:pt x="672483" y="1038225"/>
                </a:cubicBezTo>
                <a:cubicBezTo>
                  <a:pt x="656736" y="1022478"/>
                  <a:pt x="647751" y="1023247"/>
                  <a:pt x="629621" y="1009650"/>
                </a:cubicBezTo>
                <a:cubicBezTo>
                  <a:pt x="624233" y="1005609"/>
                  <a:pt x="620507" y="999675"/>
                  <a:pt x="615333" y="995363"/>
                </a:cubicBezTo>
                <a:cubicBezTo>
                  <a:pt x="610936" y="991699"/>
                  <a:pt x="605392" y="989563"/>
                  <a:pt x="601046" y="985838"/>
                </a:cubicBezTo>
                <a:cubicBezTo>
                  <a:pt x="568283" y="957755"/>
                  <a:pt x="596395" y="974487"/>
                  <a:pt x="558183" y="947738"/>
                </a:cubicBezTo>
                <a:cubicBezTo>
                  <a:pt x="537125" y="932997"/>
                  <a:pt x="528977" y="931807"/>
                  <a:pt x="505796" y="919163"/>
                </a:cubicBezTo>
                <a:cubicBezTo>
                  <a:pt x="497669" y="914730"/>
                  <a:pt x="489833" y="909781"/>
                  <a:pt x="481983" y="904875"/>
                </a:cubicBezTo>
                <a:cubicBezTo>
                  <a:pt x="477129" y="901841"/>
                  <a:pt x="472957" y="897605"/>
                  <a:pt x="467696" y="895350"/>
                </a:cubicBezTo>
                <a:cubicBezTo>
                  <a:pt x="461680" y="892772"/>
                  <a:pt x="454996" y="892175"/>
                  <a:pt x="448646" y="890588"/>
                </a:cubicBezTo>
                <a:cubicBezTo>
                  <a:pt x="416565" y="858507"/>
                  <a:pt x="453686" y="890727"/>
                  <a:pt x="415308" y="871538"/>
                </a:cubicBezTo>
                <a:cubicBezTo>
                  <a:pt x="408208" y="867988"/>
                  <a:pt x="403197" y="861105"/>
                  <a:pt x="396258" y="857250"/>
                </a:cubicBezTo>
                <a:cubicBezTo>
                  <a:pt x="388785" y="853098"/>
                  <a:pt x="379919" y="851877"/>
                  <a:pt x="372446" y="847725"/>
                </a:cubicBezTo>
                <a:cubicBezTo>
                  <a:pt x="320416" y="818819"/>
                  <a:pt x="382422" y="848026"/>
                  <a:pt x="339108" y="819150"/>
                </a:cubicBezTo>
                <a:cubicBezTo>
                  <a:pt x="334931" y="816365"/>
                  <a:pt x="329583" y="815975"/>
                  <a:pt x="324821" y="814388"/>
                </a:cubicBezTo>
                <a:cubicBezTo>
                  <a:pt x="318471" y="809625"/>
                  <a:pt x="311384" y="805713"/>
                  <a:pt x="305771" y="800100"/>
                </a:cubicBezTo>
                <a:cubicBezTo>
                  <a:pt x="301724" y="796053"/>
                  <a:pt x="300643" y="789477"/>
                  <a:pt x="296246" y="785813"/>
                </a:cubicBezTo>
                <a:cubicBezTo>
                  <a:pt x="250976" y="748089"/>
                  <a:pt x="304253" y="808107"/>
                  <a:pt x="258146" y="762000"/>
                </a:cubicBezTo>
                <a:cubicBezTo>
                  <a:pt x="252533" y="756387"/>
                  <a:pt x="249471" y="748563"/>
                  <a:pt x="243858" y="742950"/>
                </a:cubicBezTo>
                <a:cubicBezTo>
                  <a:pt x="238245" y="737337"/>
                  <a:pt x="230834" y="733829"/>
                  <a:pt x="224808" y="728663"/>
                </a:cubicBezTo>
                <a:cubicBezTo>
                  <a:pt x="192897" y="701311"/>
                  <a:pt x="225795" y="727642"/>
                  <a:pt x="200996" y="700088"/>
                </a:cubicBezTo>
                <a:cubicBezTo>
                  <a:pt x="190483" y="688407"/>
                  <a:pt x="174686" y="680807"/>
                  <a:pt x="167658" y="666750"/>
                </a:cubicBezTo>
                <a:cubicBezTo>
                  <a:pt x="164483" y="660400"/>
                  <a:pt x="162259" y="653477"/>
                  <a:pt x="158133" y="647700"/>
                </a:cubicBezTo>
                <a:cubicBezTo>
                  <a:pt x="140575" y="623118"/>
                  <a:pt x="146922" y="644326"/>
                  <a:pt x="134321" y="619125"/>
                </a:cubicBezTo>
                <a:cubicBezTo>
                  <a:pt x="132076" y="614635"/>
                  <a:pt x="131803" y="609328"/>
                  <a:pt x="129558" y="604838"/>
                </a:cubicBezTo>
                <a:cubicBezTo>
                  <a:pt x="126998" y="599718"/>
                  <a:pt x="122873" y="595520"/>
                  <a:pt x="120033" y="590550"/>
                </a:cubicBezTo>
                <a:cubicBezTo>
                  <a:pt x="116511" y="584386"/>
                  <a:pt x="113683" y="577850"/>
                  <a:pt x="110508" y="571500"/>
                </a:cubicBezTo>
                <a:cubicBezTo>
                  <a:pt x="108981" y="565390"/>
                  <a:pt x="104402" y="545000"/>
                  <a:pt x="100983" y="538163"/>
                </a:cubicBezTo>
                <a:cubicBezTo>
                  <a:pt x="98423" y="533043"/>
                  <a:pt x="94633" y="528638"/>
                  <a:pt x="91458" y="523875"/>
                </a:cubicBezTo>
                <a:cubicBezTo>
                  <a:pt x="89871" y="519113"/>
                  <a:pt x="88075" y="514415"/>
                  <a:pt x="86696" y="509588"/>
                </a:cubicBezTo>
                <a:cubicBezTo>
                  <a:pt x="84898" y="503294"/>
                  <a:pt x="83858" y="496794"/>
                  <a:pt x="81933" y="490538"/>
                </a:cubicBezTo>
                <a:cubicBezTo>
                  <a:pt x="77504" y="476144"/>
                  <a:pt x="71299" y="462286"/>
                  <a:pt x="67646" y="447675"/>
                </a:cubicBezTo>
                <a:cubicBezTo>
                  <a:pt x="66058" y="441325"/>
                  <a:pt x="64764" y="434894"/>
                  <a:pt x="62883" y="428625"/>
                </a:cubicBezTo>
                <a:cubicBezTo>
                  <a:pt x="59998" y="419008"/>
                  <a:pt x="55327" y="409895"/>
                  <a:pt x="53358" y="400050"/>
                </a:cubicBezTo>
                <a:cubicBezTo>
                  <a:pt x="43675" y="351630"/>
                  <a:pt x="53598" y="396126"/>
                  <a:pt x="43833" y="361950"/>
                </a:cubicBezTo>
                <a:cubicBezTo>
                  <a:pt x="42035" y="355656"/>
                  <a:pt x="40952" y="349169"/>
                  <a:pt x="39071" y="342900"/>
                </a:cubicBezTo>
                <a:cubicBezTo>
                  <a:pt x="36186" y="333283"/>
                  <a:pt x="32721" y="323850"/>
                  <a:pt x="29546" y="314325"/>
                </a:cubicBezTo>
                <a:cubicBezTo>
                  <a:pt x="26371" y="304800"/>
                  <a:pt x="22456" y="295490"/>
                  <a:pt x="20021" y="285750"/>
                </a:cubicBezTo>
                <a:cubicBezTo>
                  <a:pt x="14040" y="261830"/>
                  <a:pt x="17328" y="272910"/>
                  <a:pt x="10496" y="252413"/>
                </a:cubicBezTo>
                <a:cubicBezTo>
                  <a:pt x="0" y="168457"/>
                  <a:pt x="318" y="186717"/>
                  <a:pt x="10496" y="47625"/>
                </a:cubicBezTo>
                <a:cubicBezTo>
                  <a:pt x="11229" y="37612"/>
                  <a:pt x="16846" y="28575"/>
                  <a:pt x="20021" y="19050"/>
                </a:cubicBezTo>
                <a:cubicBezTo>
                  <a:pt x="21608" y="14288"/>
                  <a:pt x="24783" y="9783"/>
                  <a:pt x="24783" y="4763"/>
                </a:cubicBezTo>
                <a:lnTo>
                  <a:pt x="24783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 rot="5400000">
            <a:off x="6357950" y="3071810"/>
            <a:ext cx="35719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rot="5400000">
            <a:off x="5965041" y="3393281"/>
            <a:ext cx="107157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86578" y="2928934"/>
            <a:ext cx="252665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동일 디자인이 필요한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ko-KR" altLang="en-US" sz="1400" dirty="0" smtClean="0"/>
              <a:t>여러 태그들에서 </a:t>
            </a:r>
            <a:r>
              <a:rPr lang="ko-KR" altLang="en-US" sz="1400" b="1" dirty="0" smtClean="0"/>
              <a:t>선택적</a:t>
            </a:r>
            <a:r>
              <a:rPr lang="ko-KR" altLang="en-US" sz="1400" dirty="0" smtClean="0"/>
              <a:t>으로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사용된다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214290"/>
            <a:ext cx="6720109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*attribute ( name ) selector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웹 페이지에서 디자인을 선택하여 사용할 태그가 여러 개 일 때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태그에 정의되는 </a:t>
            </a:r>
            <a:r>
              <a:rPr lang="ko-KR" altLang="en-US" sz="1600" b="1" dirty="0" smtClean="0"/>
              <a:t>모든 속성</a:t>
            </a:r>
            <a:r>
              <a:rPr lang="ko-KR" altLang="en-US" sz="1600" dirty="0" smtClean="0"/>
              <a:t>으로 사용할 수 있는 </a:t>
            </a:r>
            <a:r>
              <a:rPr lang="en-US" altLang="ko-KR" sz="1600" dirty="0" smtClean="0"/>
              <a:t>selector.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 smtClean="0"/>
              <a:t> </a:t>
            </a:r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-style </a:t>
            </a:r>
            <a:r>
              <a:rPr lang="ko-KR" altLang="en-US" sz="1600" dirty="0" smtClean="0"/>
              <a:t>태그에 속성 </a:t>
            </a:r>
            <a:r>
              <a:rPr lang="en-US" altLang="ko-KR" sz="1600" dirty="0" smtClean="0"/>
              <a:t>selector</a:t>
            </a:r>
            <a:r>
              <a:rPr lang="ko-KR" altLang="en-US" sz="1600" dirty="0" smtClean="0"/>
              <a:t>정의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[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속성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=‘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값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’]</a:t>
            </a:r>
            <a:r>
              <a:rPr lang="en-US" altLang="ko-KR" sz="1600" dirty="0" smtClean="0"/>
              <a:t> { </a:t>
            </a:r>
            <a:r>
              <a:rPr lang="ko-KR" altLang="en-US" sz="1600" dirty="0" smtClean="0"/>
              <a:t>디자인 속성</a:t>
            </a:r>
            <a:r>
              <a:rPr lang="en-US" altLang="ko-KR" sz="1600" dirty="0" smtClean="0"/>
              <a:t>,,,,,}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-HTML &lt;body&gt;</a:t>
            </a:r>
            <a:r>
              <a:rPr lang="ko-KR" altLang="en-US" sz="1600" dirty="0" smtClean="0"/>
              <a:t>에서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&lt;</a:t>
            </a:r>
            <a:r>
              <a:rPr lang="ko-KR" altLang="en-US" sz="1600" dirty="0" err="1" smtClean="0"/>
              <a:t>태그명</a:t>
            </a:r>
            <a:r>
              <a:rPr lang="ko-KR" altLang="en-US" sz="1600" dirty="0" smtClean="0"/>
              <a:t> 속성</a:t>
            </a:r>
            <a:r>
              <a:rPr lang="en-US" altLang="ko-KR" sz="1600" dirty="0" smtClean="0"/>
              <a:t>=“</a:t>
            </a:r>
            <a:r>
              <a:rPr lang="ko-KR" altLang="en-US" sz="1600" dirty="0" smtClean="0"/>
              <a:t>값</a:t>
            </a:r>
            <a:r>
              <a:rPr lang="en-US" altLang="ko-KR" sz="1600" dirty="0" smtClean="0"/>
              <a:t>”&gt;</a:t>
            </a:r>
          </a:p>
          <a:p>
            <a:endParaRPr lang="ko-KR" altLang="en-US" sz="1600" dirty="0"/>
          </a:p>
        </p:txBody>
      </p:sp>
      <p:cxnSp>
        <p:nvCxnSpPr>
          <p:cNvPr id="5" name="직선 화살표 연결선 4"/>
          <p:cNvCxnSpPr/>
          <p:nvPr/>
        </p:nvCxnSpPr>
        <p:spPr>
          <a:xfrm rot="16200000" flipV="1">
            <a:off x="2643174" y="1071546"/>
            <a:ext cx="14287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57488" y="1142984"/>
            <a:ext cx="6160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&lt;font </a:t>
            </a:r>
            <a:r>
              <a:rPr lang="en-US" altLang="ko-KR" sz="1400" b="1" dirty="0" smtClean="0"/>
              <a:t>size=“” color=“” face=“”</a:t>
            </a:r>
          </a:p>
          <a:p>
            <a:r>
              <a:rPr lang="en-US" altLang="ko-KR" sz="1400" dirty="0" smtClean="0"/>
              <a:t>&lt;input </a:t>
            </a:r>
            <a:r>
              <a:rPr lang="en-US" altLang="ko-KR" sz="1400" b="1" dirty="0" smtClean="0"/>
              <a:t>type=“text” name=“” </a:t>
            </a:r>
            <a:r>
              <a:rPr lang="en-US" altLang="ko-KR" sz="1400" b="1" dirty="0" err="1" smtClean="0"/>
              <a:t>readonly</a:t>
            </a:r>
            <a:r>
              <a:rPr lang="en-US" altLang="ko-KR" sz="1400" b="1" dirty="0" smtClean="0"/>
              <a:t>=“</a:t>
            </a:r>
            <a:r>
              <a:rPr lang="en-US" altLang="ko-KR" sz="1400" b="1" dirty="0" err="1" smtClean="0"/>
              <a:t>readonly</a:t>
            </a:r>
            <a:r>
              <a:rPr lang="en-US" altLang="ko-KR" sz="1400" b="1" dirty="0" smtClean="0"/>
              <a:t>” size=“” value=“”,,,,</a:t>
            </a:r>
            <a:endParaRPr lang="ko-KR" altLang="en-US" sz="1400" b="1" dirty="0"/>
          </a:p>
        </p:txBody>
      </p:sp>
      <p:cxnSp>
        <p:nvCxnSpPr>
          <p:cNvPr id="8" name="직선 화살표 연결선 7"/>
          <p:cNvCxnSpPr/>
          <p:nvPr/>
        </p:nvCxnSpPr>
        <p:spPr>
          <a:xfrm rot="10800000">
            <a:off x="1500166" y="3000372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14480" y="3071810"/>
            <a:ext cx="2076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[type=‘text’] , [name=‘</a:t>
            </a:r>
            <a:r>
              <a:rPr lang="en-US" altLang="ko-KR" sz="1200" dirty="0" err="1" smtClean="0"/>
              <a:t>tel</a:t>
            </a:r>
            <a:r>
              <a:rPr lang="en-US" altLang="ko-KR" sz="1200" dirty="0" smtClean="0"/>
              <a:t>’],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[</a:t>
            </a:r>
            <a:r>
              <a:rPr lang="en-US" altLang="ko-KR" sz="1200" dirty="0" err="1" smtClean="0"/>
              <a:t>readonly</a:t>
            </a:r>
            <a:r>
              <a:rPr lang="en-US" altLang="ko-KR" sz="1200" dirty="0" smtClean="0"/>
              <a:t>=‘</a:t>
            </a:r>
            <a:r>
              <a:rPr lang="en-US" altLang="ko-KR" sz="1200" dirty="0" err="1" smtClean="0"/>
              <a:t>readonly</a:t>
            </a:r>
            <a:r>
              <a:rPr lang="en-US" altLang="ko-KR" sz="1200" dirty="0" smtClean="0"/>
              <a:t>’],,</a:t>
            </a:r>
            <a:endParaRPr lang="ko-KR" altLang="en-US" sz="1200" dirty="0"/>
          </a:p>
        </p:txBody>
      </p:sp>
      <p:sp>
        <p:nvSpPr>
          <p:cNvPr id="10" name="자유형 9"/>
          <p:cNvSpPr/>
          <p:nvPr/>
        </p:nvSpPr>
        <p:spPr>
          <a:xfrm>
            <a:off x="3548063" y="1674549"/>
            <a:ext cx="1662882" cy="1487751"/>
          </a:xfrm>
          <a:custGeom>
            <a:avLst/>
            <a:gdLst>
              <a:gd name="connsiteX0" fmla="*/ 0 w 1662882"/>
              <a:gd name="connsiteY0" fmla="*/ 1487751 h 1487751"/>
              <a:gd name="connsiteX1" fmla="*/ 9525 w 1662882"/>
              <a:gd name="connsiteY1" fmla="*/ 1411551 h 1487751"/>
              <a:gd name="connsiteX2" fmla="*/ 14287 w 1662882"/>
              <a:gd name="connsiteY2" fmla="*/ 1397264 h 1487751"/>
              <a:gd name="connsiteX3" fmla="*/ 19050 w 1662882"/>
              <a:gd name="connsiteY3" fmla="*/ 1373451 h 1487751"/>
              <a:gd name="connsiteX4" fmla="*/ 38100 w 1662882"/>
              <a:gd name="connsiteY4" fmla="*/ 1344876 h 1487751"/>
              <a:gd name="connsiteX5" fmla="*/ 52387 w 1662882"/>
              <a:gd name="connsiteY5" fmla="*/ 1306776 h 1487751"/>
              <a:gd name="connsiteX6" fmla="*/ 85725 w 1662882"/>
              <a:gd name="connsiteY6" fmla="*/ 1263914 h 1487751"/>
              <a:gd name="connsiteX7" fmla="*/ 104775 w 1662882"/>
              <a:gd name="connsiteY7" fmla="*/ 1240101 h 1487751"/>
              <a:gd name="connsiteX8" fmla="*/ 128587 w 1662882"/>
              <a:gd name="connsiteY8" fmla="*/ 1206764 h 1487751"/>
              <a:gd name="connsiteX9" fmla="*/ 157162 w 1662882"/>
              <a:gd name="connsiteY9" fmla="*/ 1178189 h 1487751"/>
              <a:gd name="connsiteX10" fmla="*/ 252412 w 1662882"/>
              <a:gd name="connsiteY10" fmla="*/ 1087701 h 1487751"/>
              <a:gd name="connsiteX11" fmla="*/ 328612 w 1662882"/>
              <a:gd name="connsiteY11" fmla="*/ 1035314 h 1487751"/>
              <a:gd name="connsiteX12" fmla="*/ 357187 w 1662882"/>
              <a:gd name="connsiteY12" fmla="*/ 1016264 h 1487751"/>
              <a:gd name="connsiteX13" fmla="*/ 433387 w 1662882"/>
              <a:gd name="connsiteY13" fmla="*/ 978164 h 1487751"/>
              <a:gd name="connsiteX14" fmla="*/ 471487 w 1662882"/>
              <a:gd name="connsiteY14" fmla="*/ 963876 h 1487751"/>
              <a:gd name="connsiteX15" fmla="*/ 557212 w 1662882"/>
              <a:gd name="connsiteY15" fmla="*/ 921014 h 1487751"/>
              <a:gd name="connsiteX16" fmla="*/ 652462 w 1662882"/>
              <a:gd name="connsiteY16" fmla="*/ 897201 h 1487751"/>
              <a:gd name="connsiteX17" fmla="*/ 690562 w 1662882"/>
              <a:gd name="connsiteY17" fmla="*/ 887676 h 1487751"/>
              <a:gd name="connsiteX18" fmla="*/ 733425 w 1662882"/>
              <a:gd name="connsiteY18" fmla="*/ 878151 h 1487751"/>
              <a:gd name="connsiteX19" fmla="*/ 781050 w 1662882"/>
              <a:gd name="connsiteY19" fmla="*/ 859101 h 1487751"/>
              <a:gd name="connsiteX20" fmla="*/ 828675 w 1662882"/>
              <a:gd name="connsiteY20" fmla="*/ 849576 h 1487751"/>
              <a:gd name="connsiteX21" fmla="*/ 966787 w 1662882"/>
              <a:gd name="connsiteY21" fmla="*/ 811476 h 1487751"/>
              <a:gd name="connsiteX22" fmla="*/ 1009650 w 1662882"/>
              <a:gd name="connsiteY22" fmla="*/ 792426 h 1487751"/>
              <a:gd name="connsiteX23" fmla="*/ 1104900 w 1662882"/>
              <a:gd name="connsiteY23" fmla="*/ 768614 h 1487751"/>
              <a:gd name="connsiteX24" fmla="*/ 1138237 w 1662882"/>
              <a:gd name="connsiteY24" fmla="*/ 749564 h 1487751"/>
              <a:gd name="connsiteX25" fmla="*/ 1181100 w 1662882"/>
              <a:gd name="connsiteY25" fmla="*/ 735276 h 1487751"/>
              <a:gd name="connsiteX26" fmla="*/ 1252537 w 1662882"/>
              <a:gd name="connsiteY26" fmla="*/ 687651 h 1487751"/>
              <a:gd name="connsiteX27" fmla="*/ 1295400 w 1662882"/>
              <a:gd name="connsiteY27" fmla="*/ 659076 h 1487751"/>
              <a:gd name="connsiteX28" fmla="*/ 1333500 w 1662882"/>
              <a:gd name="connsiteY28" fmla="*/ 640026 h 1487751"/>
              <a:gd name="connsiteX29" fmla="*/ 1371600 w 1662882"/>
              <a:gd name="connsiteY29" fmla="*/ 606689 h 1487751"/>
              <a:gd name="connsiteX30" fmla="*/ 1438275 w 1662882"/>
              <a:gd name="connsiteY30" fmla="*/ 559064 h 1487751"/>
              <a:gd name="connsiteX31" fmla="*/ 1481137 w 1662882"/>
              <a:gd name="connsiteY31" fmla="*/ 516201 h 1487751"/>
              <a:gd name="connsiteX32" fmla="*/ 1524000 w 1662882"/>
              <a:gd name="connsiteY32" fmla="*/ 468576 h 1487751"/>
              <a:gd name="connsiteX33" fmla="*/ 1533525 w 1662882"/>
              <a:gd name="connsiteY33" fmla="*/ 435239 h 1487751"/>
              <a:gd name="connsiteX34" fmla="*/ 1552575 w 1662882"/>
              <a:gd name="connsiteY34" fmla="*/ 406664 h 1487751"/>
              <a:gd name="connsiteX35" fmla="*/ 1566862 w 1662882"/>
              <a:gd name="connsiteY35" fmla="*/ 373326 h 1487751"/>
              <a:gd name="connsiteX36" fmla="*/ 1585912 w 1662882"/>
              <a:gd name="connsiteY36" fmla="*/ 330464 h 1487751"/>
              <a:gd name="connsiteX37" fmla="*/ 1595437 w 1662882"/>
              <a:gd name="connsiteY37" fmla="*/ 287601 h 1487751"/>
              <a:gd name="connsiteX38" fmla="*/ 1600200 w 1662882"/>
              <a:gd name="connsiteY38" fmla="*/ 268551 h 1487751"/>
              <a:gd name="connsiteX39" fmla="*/ 1619250 w 1662882"/>
              <a:gd name="connsiteY39" fmla="*/ 211401 h 1487751"/>
              <a:gd name="connsiteX40" fmla="*/ 1628775 w 1662882"/>
              <a:gd name="connsiteY40" fmla="*/ 168539 h 1487751"/>
              <a:gd name="connsiteX41" fmla="*/ 1633537 w 1662882"/>
              <a:gd name="connsiteY41" fmla="*/ 154251 h 1487751"/>
              <a:gd name="connsiteX42" fmla="*/ 1638300 w 1662882"/>
              <a:gd name="connsiteY42" fmla="*/ 135201 h 1487751"/>
              <a:gd name="connsiteX43" fmla="*/ 1647825 w 1662882"/>
              <a:gd name="connsiteY43" fmla="*/ 116151 h 1487751"/>
              <a:gd name="connsiteX44" fmla="*/ 1657350 w 1662882"/>
              <a:gd name="connsiteY44" fmla="*/ 30426 h 1487751"/>
              <a:gd name="connsiteX45" fmla="*/ 1662112 w 1662882"/>
              <a:gd name="connsiteY45" fmla="*/ 1851 h 1487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662882" h="1487751">
                <a:moveTo>
                  <a:pt x="0" y="1487751"/>
                </a:moveTo>
                <a:cubicBezTo>
                  <a:pt x="3175" y="1462351"/>
                  <a:pt x="5533" y="1436835"/>
                  <a:pt x="9525" y="1411551"/>
                </a:cubicBezTo>
                <a:cubicBezTo>
                  <a:pt x="10308" y="1406593"/>
                  <a:pt x="13069" y="1402134"/>
                  <a:pt x="14287" y="1397264"/>
                </a:cubicBezTo>
                <a:cubicBezTo>
                  <a:pt x="16250" y="1389411"/>
                  <a:pt x="15700" y="1380820"/>
                  <a:pt x="19050" y="1373451"/>
                </a:cubicBezTo>
                <a:cubicBezTo>
                  <a:pt x="23787" y="1363029"/>
                  <a:pt x="32981" y="1355115"/>
                  <a:pt x="38100" y="1344876"/>
                </a:cubicBezTo>
                <a:cubicBezTo>
                  <a:pt x="44166" y="1332744"/>
                  <a:pt x="45510" y="1318467"/>
                  <a:pt x="52387" y="1306776"/>
                </a:cubicBezTo>
                <a:cubicBezTo>
                  <a:pt x="61564" y="1291175"/>
                  <a:pt x="74542" y="1278147"/>
                  <a:pt x="85725" y="1263914"/>
                </a:cubicBezTo>
                <a:cubicBezTo>
                  <a:pt x="92005" y="1255921"/>
                  <a:pt x="98867" y="1248373"/>
                  <a:pt x="104775" y="1240101"/>
                </a:cubicBezTo>
                <a:cubicBezTo>
                  <a:pt x="112712" y="1228989"/>
                  <a:pt x="119766" y="1217189"/>
                  <a:pt x="128587" y="1206764"/>
                </a:cubicBezTo>
                <a:cubicBezTo>
                  <a:pt x="137288" y="1196481"/>
                  <a:pt x="148025" y="1188087"/>
                  <a:pt x="157162" y="1178189"/>
                </a:cubicBezTo>
                <a:cubicBezTo>
                  <a:pt x="198145" y="1133791"/>
                  <a:pt x="187908" y="1132047"/>
                  <a:pt x="252412" y="1087701"/>
                </a:cubicBezTo>
                <a:lnTo>
                  <a:pt x="328612" y="1035314"/>
                </a:lnTo>
                <a:cubicBezTo>
                  <a:pt x="338070" y="1028865"/>
                  <a:pt x="346948" y="1021384"/>
                  <a:pt x="357187" y="1016264"/>
                </a:cubicBezTo>
                <a:cubicBezTo>
                  <a:pt x="382587" y="1003564"/>
                  <a:pt x="406797" y="988136"/>
                  <a:pt x="433387" y="978164"/>
                </a:cubicBezTo>
                <a:cubicBezTo>
                  <a:pt x="446087" y="973401"/>
                  <a:pt x="459172" y="969560"/>
                  <a:pt x="471487" y="963876"/>
                </a:cubicBezTo>
                <a:cubicBezTo>
                  <a:pt x="500494" y="950488"/>
                  <a:pt x="525780" y="926729"/>
                  <a:pt x="557212" y="921014"/>
                </a:cubicBezTo>
                <a:cubicBezTo>
                  <a:pt x="648990" y="904327"/>
                  <a:pt x="571912" y="920893"/>
                  <a:pt x="652462" y="897201"/>
                </a:cubicBezTo>
                <a:cubicBezTo>
                  <a:pt x="665021" y="893507"/>
                  <a:pt x="677819" y="890674"/>
                  <a:pt x="690562" y="887676"/>
                </a:cubicBezTo>
                <a:cubicBezTo>
                  <a:pt x="704809" y="884324"/>
                  <a:pt x="719468" y="882558"/>
                  <a:pt x="733425" y="878151"/>
                </a:cubicBezTo>
                <a:cubicBezTo>
                  <a:pt x="749729" y="873002"/>
                  <a:pt x="764673" y="864014"/>
                  <a:pt x="781050" y="859101"/>
                </a:cubicBezTo>
                <a:cubicBezTo>
                  <a:pt x="796557" y="854449"/>
                  <a:pt x="813109" y="854024"/>
                  <a:pt x="828675" y="849576"/>
                </a:cubicBezTo>
                <a:cubicBezTo>
                  <a:pt x="978247" y="806841"/>
                  <a:pt x="857065" y="831426"/>
                  <a:pt x="966787" y="811476"/>
                </a:cubicBezTo>
                <a:cubicBezTo>
                  <a:pt x="981075" y="805126"/>
                  <a:pt x="994741" y="797134"/>
                  <a:pt x="1009650" y="792426"/>
                </a:cubicBezTo>
                <a:cubicBezTo>
                  <a:pt x="1078774" y="770597"/>
                  <a:pt x="1036397" y="796821"/>
                  <a:pt x="1104900" y="768614"/>
                </a:cubicBezTo>
                <a:cubicBezTo>
                  <a:pt x="1116735" y="763741"/>
                  <a:pt x="1126511" y="754694"/>
                  <a:pt x="1138237" y="749564"/>
                </a:cubicBezTo>
                <a:cubicBezTo>
                  <a:pt x="1152035" y="743527"/>
                  <a:pt x="1166812" y="740039"/>
                  <a:pt x="1181100" y="735276"/>
                </a:cubicBezTo>
                <a:cubicBezTo>
                  <a:pt x="1254483" y="680239"/>
                  <a:pt x="1185226" y="729721"/>
                  <a:pt x="1252537" y="687651"/>
                </a:cubicBezTo>
                <a:cubicBezTo>
                  <a:pt x="1267098" y="678550"/>
                  <a:pt x="1280599" y="667782"/>
                  <a:pt x="1295400" y="659076"/>
                </a:cubicBezTo>
                <a:cubicBezTo>
                  <a:pt x="1307639" y="651877"/>
                  <a:pt x="1321799" y="648070"/>
                  <a:pt x="1333500" y="640026"/>
                </a:cubicBezTo>
                <a:cubicBezTo>
                  <a:pt x="1347406" y="630466"/>
                  <a:pt x="1358247" y="617007"/>
                  <a:pt x="1371600" y="606689"/>
                </a:cubicBezTo>
                <a:cubicBezTo>
                  <a:pt x="1393212" y="589989"/>
                  <a:pt x="1418962" y="578377"/>
                  <a:pt x="1438275" y="559064"/>
                </a:cubicBezTo>
                <a:cubicBezTo>
                  <a:pt x="1452562" y="544776"/>
                  <a:pt x="1467987" y="531542"/>
                  <a:pt x="1481137" y="516201"/>
                </a:cubicBezTo>
                <a:cubicBezTo>
                  <a:pt x="1514095" y="477750"/>
                  <a:pt x="1499363" y="493213"/>
                  <a:pt x="1524000" y="468576"/>
                </a:cubicBezTo>
                <a:cubicBezTo>
                  <a:pt x="1527175" y="457464"/>
                  <a:pt x="1528682" y="445732"/>
                  <a:pt x="1533525" y="435239"/>
                </a:cubicBezTo>
                <a:cubicBezTo>
                  <a:pt x="1538322" y="424845"/>
                  <a:pt x="1547148" y="416743"/>
                  <a:pt x="1552575" y="406664"/>
                </a:cubicBezTo>
                <a:cubicBezTo>
                  <a:pt x="1558307" y="396019"/>
                  <a:pt x="1562100" y="384439"/>
                  <a:pt x="1566862" y="373326"/>
                </a:cubicBezTo>
                <a:cubicBezTo>
                  <a:pt x="1583489" y="290203"/>
                  <a:pt x="1556662" y="406517"/>
                  <a:pt x="1585912" y="330464"/>
                </a:cubicBezTo>
                <a:cubicBezTo>
                  <a:pt x="1591166" y="316803"/>
                  <a:pt x="1592146" y="301862"/>
                  <a:pt x="1595437" y="287601"/>
                </a:cubicBezTo>
                <a:cubicBezTo>
                  <a:pt x="1596909" y="281223"/>
                  <a:pt x="1598248" y="274799"/>
                  <a:pt x="1600200" y="268551"/>
                </a:cubicBezTo>
                <a:cubicBezTo>
                  <a:pt x="1606190" y="249385"/>
                  <a:pt x="1614894" y="231003"/>
                  <a:pt x="1619250" y="211401"/>
                </a:cubicBezTo>
                <a:cubicBezTo>
                  <a:pt x="1622425" y="197114"/>
                  <a:pt x="1625225" y="182738"/>
                  <a:pt x="1628775" y="168539"/>
                </a:cubicBezTo>
                <a:cubicBezTo>
                  <a:pt x="1629993" y="163669"/>
                  <a:pt x="1632158" y="159078"/>
                  <a:pt x="1633537" y="154251"/>
                </a:cubicBezTo>
                <a:cubicBezTo>
                  <a:pt x="1635335" y="147957"/>
                  <a:pt x="1636002" y="141330"/>
                  <a:pt x="1638300" y="135201"/>
                </a:cubicBezTo>
                <a:cubicBezTo>
                  <a:pt x="1640793" y="128554"/>
                  <a:pt x="1644650" y="122501"/>
                  <a:pt x="1647825" y="116151"/>
                </a:cubicBezTo>
                <a:cubicBezTo>
                  <a:pt x="1650520" y="86507"/>
                  <a:pt x="1652081" y="59405"/>
                  <a:pt x="1657350" y="30426"/>
                </a:cubicBezTo>
                <a:cubicBezTo>
                  <a:pt x="1662882" y="0"/>
                  <a:pt x="1662112" y="21946"/>
                  <a:pt x="1662112" y="1851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3552825" y="1614488"/>
            <a:ext cx="5238750" cy="4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11715" y="2571744"/>
            <a:ext cx="32111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&lt;!DOCTYPE html&gt;</a:t>
            </a:r>
          </a:p>
          <a:p>
            <a:r>
              <a:rPr lang="en-US" altLang="ko-KR" sz="1200" dirty="0" smtClean="0"/>
              <a:t>&lt;html&gt;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&lt;title&gt;&lt;/title&gt;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&lt;style type=“text/</a:t>
            </a:r>
            <a:r>
              <a:rPr lang="en-US" altLang="ko-KR" sz="1200" dirty="0" err="1" smtClean="0"/>
              <a:t>css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 smtClean="0"/>
              <a:t>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[name=‘a’]</a:t>
            </a:r>
            <a:r>
              <a:rPr lang="ko-KR" altLang="en-US" sz="1200" b="1" dirty="0" smtClean="0"/>
              <a:t> </a:t>
            </a:r>
            <a:r>
              <a:rPr lang="en-US" altLang="ko-KR" sz="1200" dirty="0" smtClean="0"/>
              <a:t>{ </a:t>
            </a:r>
            <a:r>
              <a:rPr lang="ko-KR" altLang="en-US" sz="1200" dirty="0" smtClean="0"/>
              <a:t>디자인 코드들</a:t>
            </a:r>
            <a:r>
              <a:rPr lang="en-US" altLang="ko-KR" sz="1200" dirty="0" smtClean="0"/>
              <a:t>….. }       </a:t>
            </a:r>
          </a:p>
          <a:p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&lt;/style&gt;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&lt;/head&gt;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&lt;body&gt;</a:t>
            </a:r>
          </a:p>
          <a:p>
            <a:r>
              <a:rPr lang="en-US" altLang="ko-KR" sz="1200" dirty="0" smtClean="0"/>
              <a:t>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name=“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a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en-US" altLang="ko-KR" sz="1200" dirty="0" smtClean="0"/>
              <a:t>&gt;        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name=“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a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 smtClean="0"/>
              <a:t>        &lt;</a:t>
            </a:r>
            <a:r>
              <a:rPr lang="ko-KR" altLang="en-US" sz="1200" dirty="0" err="1" smtClean="0"/>
              <a:t>태그명</a:t>
            </a:r>
            <a:r>
              <a:rPr lang="en-US" altLang="ko-KR" sz="1200" dirty="0" smtClean="0"/>
              <a:t>&gt;        </a:t>
            </a:r>
          </a:p>
          <a:p>
            <a:r>
              <a:rPr lang="en-US" altLang="ko-KR" sz="1200" dirty="0" smtClean="0"/>
              <a:t>        &lt;</a:t>
            </a:r>
            <a:r>
              <a:rPr lang="ko-KR" altLang="en-US" sz="1200" dirty="0" err="1" smtClean="0"/>
              <a:t>태그명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name=“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a</a:t>
            </a:r>
            <a:r>
              <a:rPr lang="en-US" altLang="ko-KR" sz="1200" dirty="0" smtClean="0"/>
              <a:t>”&gt;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</a:t>
            </a:r>
            <a:endParaRPr lang="en-US" altLang="ko-KR" sz="1200" dirty="0"/>
          </a:p>
          <a:p>
            <a:r>
              <a:rPr lang="en-US" altLang="ko-KR" sz="1200" dirty="0" smtClean="0"/>
              <a:t>  &lt;/body&gt;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&lt;/html&gt;</a:t>
            </a:r>
            <a:endParaRPr lang="ko-KR" altLang="en-US" sz="1200" dirty="0"/>
          </a:p>
        </p:txBody>
      </p:sp>
      <p:cxnSp>
        <p:nvCxnSpPr>
          <p:cNvPr id="14" name="직선 화살표 연결선 13"/>
          <p:cNvCxnSpPr/>
          <p:nvPr/>
        </p:nvCxnSpPr>
        <p:spPr>
          <a:xfrm rot="5400000">
            <a:off x="4024183" y="3792301"/>
            <a:ext cx="63341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7048" y="361846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1.</a:t>
            </a:r>
            <a:endParaRPr lang="ko-KR" altLang="en-US" sz="1200" b="1" dirty="0"/>
          </a:p>
        </p:txBody>
      </p:sp>
      <p:cxnSp>
        <p:nvCxnSpPr>
          <p:cNvPr id="16" name="직선 화살표 연결선 15"/>
          <p:cNvCxnSpPr/>
          <p:nvPr/>
        </p:nvCxnSpPr>
        <p:spPr>
          <a:xfrm rot="16200000" flipH="1">
            <a:off x="3731286" y="5261535"/>
            <a:ext cx="1271595" cy="14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7048" y="4690038"/>
            <a:ext cx="3145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2.</a:t>
            </a:r>
            <a:endParaRPr lang="ko-KR" altLang="en-US" sz="1200" b="1" dirty="0"/>
          </a:p>
        </p:txBody>
      </p:sp>
      <p:sp>
        <p:nvSpPr>
          <p:cNvPr id="18" name="자유형 17"/>
          <p:cNvSpPr/>
          <p:nvPr/>
        </p:nvSpPr>
        <p:spPr>
          <a:xfrm>
            <a:off x="4650452" y="3604183"/>
            <a:ext cx="651645" cy="164523"/>
          </a:xfrm>
          <a:custGeom>
            <a:avLst/>
            <a:gdLst>
              <a:gd name="connsiteX0" fmla="*/ 623887 w 651645"/>
              <a:gd name="connsiteY0" fmla="*/ 138112 h 164523"/>
              <a:gd name="connsiteX1" fmla="*/ 590550 w 651645"/>
              <a:gd name="connsiteY1" fmla="*/ 109537 h 164523"/>
              <a:gd name="connsiteX2" fmla="*/ 547687 w 651645"/>
              <a:gd name="connsiteY2" fmla="*/ 71437 h 164523"/>
              <a:gd name="connsiteX3" fmla="*/ 533400 w 651645"/>
              <a:gd name="connsiteY3" fmla="*/ 66675 h 164523"/>
              <a:gd name="connsiteX4" fmla="*/ 519112 w 651645"/>
              <a:gd name="connsiteY4" fmla="*/ 52387 h 164523"/>
              <a:gd name="connsiteX5" fmla="*/ 490537 w 651645"/>
              <a:gd name="connsiteY5" fmla="*/ 33337 h 164523"/>
              <a:gd name="connsiteX6" fmla="*/ 476250 w 651645"/>
              <a:gd name="connsiteY6" fmla="*/ 19050 h 164523"/>
              <a:gd name="connsiteX7" fmla="*/ 457200 w 651645"/>
              <a:gd name="connsiteY7" fmla="*/ 14287 h 164523"/>
              <a:gd name="connsiteX8" fmla="*/ 428625 w 651645"/>
              <a:gd name="connsiteY8" fmla="*/ 4762 h 164523"/>
              <a:gd name="connsiteX9" fmla="*/ 414337 w 651645"/>
              <a:gd name="connsiteY9" fmla="*/ 0 h 164523"/>
              <a:gd name="connsiteX10" fmla="*/ 171450 w 651645"/>
              <a:gd name="connsiteY10" fmla="*/ 4762 h 164523"/>
              <a:gd name="connsiteX11" fmla="*/ 138112 w 651645"/>
              <a:gd name="connsiteY11" fmla="*/ 19050 h 164523"/>
              <a:gd name="connsiteX12" fmla="*/ 119062 w 651645"/>
              <a:gd name="connsiteY12" fmla="*/ 28575 h 164523"/>
              <a:gd name="connsiteX13" fmla="*/ 104775 w 651645"/>
              <a:gd name="connsiteY13" fmla="*/ 42862 h 164523"/>
              <a:gd name="connsiteX14" fmla="*/ 76200 w 651645"/>
              <a:gd name="connsiteY14" fmla="*/ 57150 h 164523"/>
              <a:gd name="connsiteX15" fmla="*/ 47625 w 651645"/>
              <a:gd name="connsiteY15" fmla="*/ 85725 h 164523"/>
              <a:gd name="connsiteX16" fmla="*/ 33337 w 651645"/>
              <a:gd name="connsiteY16" fmla="*/ 100012 h 164523"/>
              <a:gd name="connsiteX17" fmla="*/ 14287 w 651645"/>
              <a:gd name="connsiteY17" fmla="*/ 133350 h 164523"/>
              <a:gd name="connsiteX18" fmla="*/ 4762 w 651645"/>
              <a:gd name="connsiteY18" fmla="*/ 147637 h 164523"/>
              <a:gd name="connsiteX19" fmla="*/ 0 w 651645"/>
              <a:gd name="connsiteY19" fmla="*/ 161925 h 164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51645" h="164523">
                <a:moveTo>
                  <a:pt x="623887" y="138112"/>
                </a:moveTo>
                <a:cubicBezTo>
                  <a:pt x="572884" y="87109"/>
                  <a:pt x="651645" y="164523"/>
                  <a:pt x="590550" y="109537"/>
                </a:cubicBezTo>
                <a:cubicBezTo>
                  <a:pt x="574771" y="95336"/>
                  <a:pt x="566026" y="80606"/>
                  <a:pt x="547687" y="71437"/>
                </a:cubicBezTo>
                <a:cubicBezTo>
                  <a:pt x="543197" y="69192"/>
                  <a:pt x="538162" y="68262"/>
                  <a:pt x="533400" y="66675"/>
                </a:cubicBezTo>
                <a:cubicBezTo>
                  <a:pt x="528637" y="61912"/>
                  <a:pt x="524429" y="56522"/>
                  <a:pt x="519112" y="52387"/>
                </a:cubicBezTo>
                <a:cubicBezTo>
                  <a:pt x="510076" y="45359"/>
                  <a:pt x="498632" y="41432"/>
                  <a:pt x="490537" y="33337"/>
                </a:cubicBezTo>
                <a:cubicBezTo>
                  <a:pt x="485775" y="28575"/>
                  <a:pt x="482098" y="22392"/>
                  <a:pt x="476250" y="19050"/>
                </a:cubicBezTo>
                <a:cubicBezTo>
                  <a:pt x="470567" y="15803"/>
                  <a:pt x="463469" y="16168"/>
                  <a:pt x="457200" y="14287"/>
                </a:cubicBezTo>
                <a:cubicBezTo>
                  <a:pt x="447583" y="11402"/>
                  <a:pt x="438150" y="7937"/>
                  <a:pt x="428625" y="4762"/>
                </a:cubicBezTo>
                <a:lnTo>
                  <a:pt x="414337" y="0"/>
                </a:lnTo>
                <a:lnTo>
                  <a:pt x="171450" y="4762"/>
                </a:lnTo>
                <a:cubicBezTo>
                  <a:pt x="152655" y="5445"/>
                  <a:pt x="152767" y="10676"/>
                  <a:pt x="138112" y="19050"/>
                </a:cubicBezTo>
                <a:cubicBezTo>
                  <a:pt x="131948" y="22572"/>
                  <a:pt x="124839" y="24449"/>
                  <a:pt x="119062" y="28575"/>
                </a:cubicBezTo>
                <a:cubicBezTo>
                  <a:pt x="113582" y="32490"/>
                  <a:pt x="110379" y="39126"/>
                  <a:pt x="104775" y="42862"/>
                </a:cubicBezTo>
                <a:cubicBezTo>
                  <a:pt x="71677" y="64927"/>
                  <a:pt x="109919" y="27178"/>
                  <a:pt x="76200" y="57150"/>
                </a:cubicBezTo>
                <a:cubicBezTo>
                  <a:pt x="66132" y="66099"/>
                  <a:pt x="57150" y="76200"/>
                  <a:pt x="47625" y="85725"/>
                </a:cubicBezTo>
                <a:cubicBezTo>
                  <a:pt x="42862" y="90487"/>
                  <a:pt x="37073" y="94408"/>
                  <a:pt x="33337" y="100012"/>
                </a:cubicBezTo>
                <a:cubicBezTo>
                  <a:pt x="10127" y="134829"/>
                  <a:pt x="38462" y="91045"/>
                  <a:pt x="14287" y="133350"/>
                </a:cubicBezTo>
                <a:cubicBezTo>
                  <a:pt x="11447" y="138320"/>
                  <a:pt x="7937" y="142875"/>
                  <a:pt x="4762" y="147637"/>
                </a:cubicBezTo>
                <a:lnTo>
                  <a:pt x="0" y="161925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 18"/>
          <p:cNvSpPr/>
          <p:nvPr/>
        </p:nvSpPr>
        <p:spPr>
          <a:xfrm>
            <a:off x="4926677" y="3889940"/>
            <a:ext cx="1035095" cy="1014412"/>
          </a:xfrm>
          <a:custGeom>
            <a:avLst/>
            <a:gdLst>
              <a:gd name="connsiteX0" fmla="*/ 1019175 w 1035095"/>
              <a:gd name="connsiteY0" fmla="*/ 1014412 h 1014412"/>
              <a:gd name="connsiteX1" fmla="*/ 1019175 w 1035095"/>
              <a:gd name="connsiteY1" fmla="*/ 852487 h 1014412"/>
              <a:gd name="connsiteX2" fmla="*/ 1014412 w 1035095"/>
              <a:gd name="connsiteY2" fmla="*/ 828675 h 1014412"/>
              <a:gd name="connsiteX3" fmla="*/ 1000125 w 1035095"/>
              <a:gd name="connsiteY3" fmla="*/ 795337 h 1014412"/>
              <a:gd name="connsiteX4" fmla="*/ 981075 w 1035095"/>
              <a:gd name="connsiteY4" fmla="*/ 752475 h 1014412"/>
              <a:gd name="connsiteX5" fmla="*/ 942975 w 1035095"/>
              <a:gd name="connsiteY5" fmla="*/ 681037 h 1014412"/>
              <a:gd name="connsiteX6" fmla="*/ 938212 w 1035095"/>
              <a:gd name="connsiteY6" fmla="*/ 666750 h 1014412"/>
              <a:gd name="connsiteX7" fmla="*/ 904875 w 1035095"/>
              <a:gd name="connsiteY7" fmla="*/ 638175 h 1014412"/>
              <a:gd name="connsiteX8" fmla="*/ 895350 w 1035095"/>
              <a:gd name="connsiteY8" fmla="*/ 623887 h 1014412"/>
              <a:gd name="connsiteX9" fmla="*/ 842962 w 1035095"/>
              <a:gd name="connsiteY9" fmla="*/ 595312 h 1014412"/>
              <a:gd name="connsiteX10" fmla="*/ 828675 w 1035095"/>
              <a:gd name="connsiteY10" fmla="*/ 590550 h 1014412"/>
              <a:gd name="connsiteX11" fmla="*/ 795337 w 1035095"/>
              <a:gd name="connsiteY11" fmla="*/ 585787 h 1014412"/>
              <a:gd name="connsiteX12" fmla="*/ 771525 w 1035095"/>
              <a:gd name="connsiteY12" fmla="*/ 571500 h 1014412"/>
              <a:gd name="connsiteX13" fmla="*/ 709612 w 1035095"/>
              <a:gd name="connsiteY13" fmla="*/ 561975 h 1014412"/>
              <a:gd name="connsiteX14" fmla="*/ 681037 w 1035095"/>
              <a:gd name="connsiteY14" fmla="*/ 557212 h 1014412"/>
              <a:gd name="connsiteX15" fmla="*/ 661987 w 1035095"/>
              <a:gd name="connsiteY15" fmla="*/ 552450 h 1014412"/>
              <a:gd name="connsiteX16" fmla="*/ 609600 w 1035095"/>
              <a:gd name="connsiteY16" fmla="*/ 547687 h 1014412"/>
              <a:gd name="connsiteX17" fmla="*/ 581025 w 1035095"/>
              <a:gd name="connsiteY17" fmla="*/ 542925 h 1014412"/>
              <a:gd name="connsiteX18" fmla="*/ 552450 w 1035095"/>
              <a:gd name="connsiteY18" fmla="*/ 533400 h 1014412"/>
              <a:gd name="connsiteX19" fmla="*/ 485775 w 1035095"/>
              <a:gd name="connsiteY19" fmla="*/ 523875 h 1014412"/>
              <a:gd name="connsiteX20" fmla="*/ 452437 w 1035095"/>
              <a:gd name="connsiteY20" fmla="*/ 514350 h 1014412"/>
              <a:gd name="connsiteX21" fmla="*/ 428625 w 1035095"/>
              <a:gd name="connsiteY21" fmla="*/ 509587 h 1014412"/>
              <a:gd name="connsiteX22" fmla="*/ 385762 w 1035095"/>
              <a:gd name="connsiteY22" fmla="*/ 500062 h 1014412"/>
              <a:gd name="connsiteX23" fmla="*/ 361950 w 1035095"/>
              <a:gd name="connsiteY23" fmla="*/ 490537 h 1014412"/>
              <a:gd name="connsiteX24" fmla="*/ 347662 w 1035095"/>
              <a:gd name="connsiteY24" fmla="*/ 485775 h 1014412"/>
              <a:gd name="connsiteX25" fmla="*/ 323850 w 1035095"/>
              <a:gd name="connsiteY25" fmla="*/ 476250 h 1014412"/>
              <a:gd name="connsiteX26" fmla="*/ 309562 w 1035095"/>
              <a:gd name="connsiteY26" fmla="*/ 471487 h 1014412"/>
              <a:gd name="connsiteX27" fmla="*/ 276225 w 1035095"/>
              <a:gd name="connsiteY27" fmla="*/ 447675 h 1014412"/>
              <a:gd name="connsiteX28" fmla="*/ 238125 w 1035095"/>
              <a:gd name="connsiteY28" fmla="*/ 419100 h 1014412"/>
              <a:gd name="connsiteX29" fmla="*/ 190500 w 1035095"/>
              <a:gd name="connsiteY29" fmla="*/ 376237 h 1014412"/>
              <a:gd name="connsiteX30" fmla="*/ 180975 w 1035095"/>
              <a:gd name="connsiteY30" fmla="*/ 357187 h 1014412"/>
              <a:gd name="connsiteX31" fmla="*/ 157162 w 1035095"/>
              <a:gd name="connsiteY31" fmla="*/ 323850 h 1014412"/>
              <a:gd name="connsiteX32" fmla="*/ 142875 w 1035095"/>
              <a:gd name="connsiteY32" fmla="*/ 300037 h 1014412"/>
              <a:gd name="connsiteX33" fmla="*/ 138112 w 1035095"/>
              <a:gd name="connsiteY33" fmla="*/ 285750 h 1014412"/>
              <a:gd name="connsiteX34" fmla="*/ 123825 w 1035095"/>
              <a:gd name="connsiteY34" fmla="*/ 280987 h 1014412"/>
              <a:gd name="connsiteX35" fmla="*/ 100012 w 1035095"/>
              <a:gd name="connsiteY35" fmla="*/ 238125 h 1014412"/>
              <a:gd name="connsiteX36" fmla="*/ 80962 w 1035095"/>
              <a:gd name="connsiteY36" fmla="*/ 204787 h 1014412"/>
              <a:gd name="connsiteX37" fmla="*/ 71437 w 1035095"/>
              <a:gd name="connsiteY37" fmla="*/ 185737 h 1014412"/>
              <a:gd name="connsiteX38" fmla="*/ 66675 w 1035095"/>
              <a:gd name="connsiteY38" fmla="*/ 171450 h 1014412"/>
              <a:gd name="connsiteX39" fmla="*/ 52387 w 1035095"/>
              <a:gd name="connsiteY39" fmla="*/ 157162 h 1014412"/>
              <a:gd name="connsiteX40" fmla="*/ 47625 w 1035095"/>
              <a:gd name="connsiteY40" fmla="*/ 142875 h 1014412"/>
              <a:gd name="connsiteX41" fmla="*/ 38100 w 1035095"/>
              <a:gd name="connsiteY41" fmla="*/ 128587 h 1014412"/>
              <a:gd name="connsiteX42" fmla="*/ 33337 w 1035095"/>
              <a:gd name="connsiteY42" fmla="*/ 109537 h 1014412"/>
              <a:gd name="connsiteX43" fmla="*/ 23812 w 1035095"/>
              <a:gd name="connsiteY43" fmla="*/ 80962 h 1014412"/>
              <a:gd name="connsiteX44" fmla="*/ 14287 w 1035095"/>
              <a:gd name="connsiteY44" fmla="*/ 52387 h 1014412"/>
              <a:gd name="connsiteX45" fmla="*/ 9525 w 1035095"/>
              <a:gd name="connsiteY45" fmla="*/ 38100 h 1014412"/>
              <a:gd name="connsiteX46" fmla="*/ 0 w 1035095"/>
              <a:gd name="connsiteY46" fmla="*/ 0 h 1014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35095" h="1014412">
                <a:moveTo>
                  <a:pt x="1019175" y="1014412"/>
                </a:moveTo>
                <a:cubicBezTo>
                  <a:pt x="1035095" y="950724"/>
                  <a:pt x="1027051" y="990318"/>
                  <a:pt x="1019175" y="852487"/>
                </a:cubicBezTo>
                <a:cubicBezTo>
                  <a:pt x="1018713" y="844406"/>
                  <a:pt x="1016972" y="836354"/>
                  <a:pt x="1014412" y="828675"/>
                </a:cubicBezTo>
                <a:cubicBezTo>
                  <a:pt x="1010589" y="817205"/>
                  <a:pt x="1004887" y="806450"/>
                  <a:pt x="1000125" y="795337"/>
                </a:cubicBezTo>
                <a:cubicBezTo>
                  <a:pt x="989466" y="742048"/>
                  <a:pt x="1004474" y="799273"/>
                  <a:pt x="981075" y="752475"/>
                </a:cubicBezTo>
                <a:cubicBezTo>
                  <a:pt x="943034" y="676392"/>
                  <a:pt x="981752" y="729509"/>
                  <a:pt x="942975" y="681037"/>
                </a:cubicBezTo>
                <a:cubicBezTo>
                  <a:pt x="941387" y="676275"/>
                  <a:pt x="940997" y="670927"/>
                  <a:pt x="938212" y="666750"/>
                </a:cubicBezTo>
                <a:cubicBezTo>
                  <a:pt x="931577" y="656797"/>
                  <a:pt x="913682" y="644780"/>
                  <a:pt x="904875" y="638175"/>
                </a:cubicBezTo>
                <a:cubicBezTo>
                  <a:pt x="901700" y="633412"/>
                  <a:pt x="899658" y="627656"/>
                  <a:pt x="895350" y="623887"/>
                </a:cubicBezTo>
                <a:cubicBezTo>
                  <a:pt x="876838" y="607689"/>
                  <a:pt x="864576" y="603417"/>
                  <a:pt x="842962" y="595312"/>
                </a:cubicBezTo>
                <a:cubicBezTo>
                  <a:pt x="838262" y="593549"/>
                  <a:pt x="833597" y="591534"/>
                  <a:pt x="828675" y="590550"/>
                </a:cubicBezTo>
                <a:cubicBezTo>
                  <a:pt x="817667" y="588348"/>
                  <a:pt x="806450" y="587375"/>
                  <a:pt x="795337" y="585787"/>
                </a:cubicBezTo>
                <a:cubicBezTo>
                  <a:pt x="787400" y="581025"/>
                  <a:pt x="779984" y="575259"/>
                  <a:pt x="771525" y="571500"/>
                </a:cubicBezTo>
                <a:cubicBezTo>
                  <a:pt x="757542" y="565285"/>
                  <a:pt x="717222" y="562990"/>
                  <a:pt x="709612" y="561975"/>
                </a:cubicBezTo>
                <a:cubicBezTo>
                  <a:pt x="700040" y="560699"/>
                  <a:pt x="690506" y="559106"/>
                  <a:pt x="681037" y="557212"/>
                </a:cubicBezTo>
                <a:cubicBezTo>
                  <a:pt x="674619" y="555928"/>
                  <a:pt x="668475" y="553315"/>
                  <a:pt x="661987" y="552450"/>
                </a:cubicBezTo>
                <a:cubicBezTo>
                  <a:pt x="644606" y="550133"/>
                  <a:pt x="627014" y="549736"/>
                  <a:pt x="609600" y="547687"/>
                </a:cubicBezTo>
                <a:cubicBezTo>
                  <a:pt x="600010" y="546559"/>
                  <a:pt x="590550" y="544512"/>
                  <a:pt x="581025" y="542925"/>
                </a:cubicBezTo>
                <a:cubicBezTo>
                  <a:pt x="571500" y="539750"/>
                  <a:pt x="562136" y="536042"/>
                  <a:pt x="552450" y="533400"/>
                </a:cubicBezTo>
                <a:cubicBezTo>
                  <a:pt x="531596" y="527712"/>
                  <a:pt x="506396" y="526166"/>
                  <a:pt x="485775" y="523875"/>
                </a:cubicBezTo>
                <a:cubicBezTo>
                  <a:pt x="474662" y="520700"/>
                  <a:pt x="463649" y="517153"/>
                  <a:pt x="452437" y="514350"/>
                </a:cubicBezTo>
                <a:cubicBezTo>
                  <a:pt x="444584" y="512387"/>
                  <a:pt x="436478" y="511550"/>
                  <a:pt x="428625" y="509587"/>
                </a:cubicBezTo>
                <a:cubicBezTo>
                  <a:pt x="381735" y="497865"/>
                  <a:pt x="464377" y="513166"/>
                  <a:pt x="385762" y="500062"/>
                </a:cubicBezTo>
                <a:cubicBezTo>
                  <a:pt x="377825" y="496887"/>
                  <a:pt x="369955" y="493539"/>
                  <a:pt x="361950" y="490537"/>
                </a:cubicBezTo>
                <a:cubicBezTo>
                  <a:pt x="357249" y="488774"/>
                  <a:pt x="352363" y="487538"/>
                  <a:pt x="347662" y="485775"/>
                </a:cubicBezTo>
                <a:cubicBezTo>
                  <a:pt x="339657" y="482773"/>
                  <a:pt x="331854" y="479252"/>
                  <a:pt x="323850" y="476250"/>
                </a:cubicBezTo>
                <a:cubicBezTo>
                  <a:pt x="319149" y="474487"/>
                  <a:pt x="314052" y="473732"/>
                  <a:pt x="309562" y="471487"/>
                </a:cubicBezTo>
                <a:cubicBezTo>
                  <a:pt x="301047" y="467229"/>
                  <a:pt x="282691" y="451986"/>
                  <a:pt x="276225" y="447675"/>
                </a:cubicBezTo>
                <a:cubicBezTo>
                  <a:pt x="206166" y="400969"/>
                  <a:pt x="288403" y="460997"/>
                  <a:pt x="238125" y="419100"/>
                </a:cubicBezTo>
                <a:cubicBezTo>
                  <a:pt x="218522" y="402765"/>
                  <a:pt x="206575" y="408387"/>
                  <a:pt x="190500" y="376237"/>
                </a:cubicBezTo>
                <a:cubicBezTo>
                  <a:pt x="187325" y="369887"/>
                  <a:pt x="184497" y="363351"/>
                  <a:pt x="180975" y="357187"/>
                </a:cubicBezTo>
                <a:cubicBezTo>
                  <a:pt x="172455" y="342277"/>
                  <a:pt x="167385" y="339184"/>
                  <a:pt x="157162" y="323850"/>
                </a:cubicBezTo>
                <a:cubicBezTo>
                  <a:pt x="152027" y="316148"/>
                  <a:pt x="147015" y="308316"/>
                  <a:pt x="142875" y="300037"/>
                </a:cubicBezTo>
                <a:cubicBezTo>
                  <a:pt x="140630" y="295547"/>
                  <a:pt x="141662" y="289300"/>
                  <a:pt x="138112" y="285750"/>
                </a:cubicBezTo>
                <a:cubicBezTo>
                  <a:pt x="134562" y="282200"/>
                  <a:pt x="128587" y="282575"/>
                  <a:pt x="123825" y="280987"/>
                </a:cubicBezTo>
                <a:cubicBezTo>
                  <a:pt x="110652" y="241474"/>
                  <a:pt x="132768" y="303638"/>
                  <a:pt x="100012" y="238125"/>
                </a:cubicBezTo>
                <a:cubicBezTo>
                  <a:pt x="71229" y="180559"/>
                  <a:pt x="107888" y="251908"/>
                  <a:pt x="80962" y="204787"/>
                </a:cubicBezTo>
                <a:cubicBezTo>
                  <a:pt x="77440" y="198623"/>
                  <a:pt x="74234" y="192263"/>
                  <a:pt x="71437" y="185737"/>
                </a:cubicBezTo>
                <a:cubicBezTo>
                  <a:pt x="69460" y="181123"/>
                  <a:pt x="69460" y="175627"/>
                  <a:pt x="66675" y="171450"/>
                </a:cubicBezTo>
                <a:cubicBezTo>
                  <a:pt x="62939" y="165846"/>
                  <a:pt x="57150" y="161925"/>
                  <a:pt x="52387" y="157162"/>
                </a:cubicBezTo>
                <a:cubicBezTo>
                  <a:pt x="50800" y="152400"/>
                  <a:pt x="49870" y="147365"/>
                  <a:pt x="47625" y="142875"/>
                </a:cubicBezTo>
                <a:cubicBezTo>
                  <a:pt x="45065" y="137755"/>
                  <a:pt x="40355" y="133848"/>
                  <a:pt x="38100" y="128587"/>
                </a:cubicBezTo>
                <a:cubicBezTo>
                  <a:pt x="35522" y="122571"/>
                  <a:pt x="35218" y="115806"/>
                  <a:pt x="33337" y="109537"/>
                </a:cubicBezTo>
                <a:cubicBezTo>
                  <a:pt x="30452" y="99920"/>
                  <a:pt x="26987" y="90487"/>
                  <a:pt x="23812" y="80962"/>
                </a:cubicBezTo>
                <a:lnTo>
                  <a:pt x="14287" y="52387"/>
                </a:lnTo>
                <a:cubicBezTo>
                  <a:pt x="12700" y="47625"/>
                  <a:pt x="10743" y="42970"/>
                  <a:pt x="9525" y="38100"/>
                </a:cubicBezTo>
                <a:lnTo>
                  <a:pt x="0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 19"/>
          <p:cNvSpPr/>
          <p:nvPr/>
        </p:nvSpPr>
        <p:spPr>
          <a:xfrm>
            <a:off x="4853802" y="3889940"/>
            <a:ext cx="968225" cy="1304925"/>
          </a:xfrm>
          <a:custGeom>
            <a:avLst/>
            <a:gdLst>
              <a:gd name="connsiteX0" fmla="*/ 968225 w 968225"/>
              <a:gd name="connsiteY0" fmla="*/ 1304925 h 1304925"/>
              <a:gd name="connsiteX1" fmla="*/ 958700 w 968225"/>
              <a:gd name="connsiteY1" fmla="*/ 1219200 h 1304925"/>
              <a:gd name="connsiteX2" fmla="*/ 944412 w 968225"/>
              <a:gd name="connsiteY2" fmla="*/ 1195387 h 1304925"/>
              <a:gd name="connsiteX3" fmla="*/ 939650 w 968225"/>
              <a:gd name="connsiteY3" fmla="*/ 1166812 h 1304925"/>
              <a:gd name="connsiteX4" fmla="*/ 930125 w 968225"/>
              <a:gd name="connsiteY4" fmla="*/ 1143000 h 1304925"/>
              <a:gd name="connsiteX5" fmla="*/ 915837 w 968225"/>
              <a:gd name="connsiteY5" fmla="*/ 1109662 h 1304925"/>
              <a:gd name="connsiteX6" fmla="*/ 906312 w 968225"/>
              <a:gd name="connsiteY6" fmla="*/ 1085850 h 1304925"/>
              <a:gd name="connsiteX7" fmla="*/ 896787 w 968225"/>
              <a:gd name="connsiteY7" fmla="*/ 1057275 h 1304925"/>
              <a:gd name="connsiteX8" fmla="*/ 887262 w 968225"/>
              <a:gd name="connsiteY8" fmla="*/ 1042987 h 1304925"/>
              <a:gd name="connsiteX9" fmla="*/ 882500 w 968225"/>
              <a:gd name="connsiteY9" fmla="*/ 1023937 h 1304925"/>
              <a:gd name="connsiteX10" fmla="*/ 863450 w 968225"/>
              <a:gd name="connsiteY10" fmla="*/ 1000125 h 1304925"/>
              <a:gd name="connsiteX11" fmla="*/ 853925 w 968225"/>
              <a:gd name="connsiteY11" fmla="*/ 985837 h 1304925"/>
              <a:gd name="connsiteX12" fmla="*/ 801537 w 968225"/>
              <a:gd name="connsiteY12" fmla="*/ 919162 h 1304925"/>
              <a:gd name="connsiteX13" fmla="*/ 777725 w 968225"/>
              <a:gd name="connsiteY13" fmla="*/ 900112 h 1304925"/>
              <a:gd name="connsiteX14" fmla="*/ 749150 w 968225"/>
              <a:gd name="connsiteY14" fmla="*/ 876300 h 1304925"/>
              <a:gd name="connsiteX15" fmla="*/ 730100 w 968225"/>
              <a:gd name="connsiteY15" fmla="*/ 866775 h 1304925"/>
              <a:gd name="connsiteX16" fmla="*/ 706287 w 968225"/>
              <a:gd name="connsiteY16" fmla="*/ 842962 h 1304925"/>
              <a:gd name="connsiteX17" fmla="*/ 677712 w 968225"/>
              <a:gd name="connsiteY17" fmla="*/ 823912 h 1304925"/>
              <a:gd name="connsiteX18" fmla="*/ 649137 w 968225"/>
              <a:gd name="connsiteY18" fmla="*/ 800100 h 1304925"/>
              <a:gd name="connsiteX19" fmla="*/ 601512 w 968225"/>
              <a:gd name="connsiteY19" fmla="*/ 771525 h 1304925"/>
              <a:gd name="connsiteX20" fmla="*/ 553887 w 968225"/>
              <a:gd name="connsiteY20" fmla="*/ 738187 h 1304925"/>
              <a:gd name="connsiteX21" fmla="*/ 534837 w 968225"/>
              <a:gd name="connsiteY21" fmla="*/ 733425 h 1304925"/>
              <a:gd name="connsiteX22" fmla="*/ 511025 w 968225"/>
              <a:gd name="connsiteY22" fmla="*/ 723900 h 1304925"/>
              <a:gd name="connsiteX23" fmla="*/ 472925 w 968225"/>
              <a:gd name="connsiteY23" fmla="*/ 704850 h 1304925"/>
              <a:gd name="connsiteX24" fmla="*/ 453875 w 968225"/>
              <a:gd name="connsiteY24" fmla="*/ 690562 h 1304925"/>
              <a:gd name="connsiteX25" fmla="*/ 439587 w 968225"/>
              <a:gd name="connsiteY25" fmla="*/ 676275 h 1304925"/>
              <a:gd name="connsiteX26" fmla="*/ 411012 w 968225"/>
              <a:gd name="connsiteY26" fmla="*/ 657225 h 1304925"/>
              <a:gd name="connsiteX27" fmla="*/ 382437 w 968225"/>
              <a:gd name="connsiteY27" fmla="*/ 633412 h 1304925"/>
              <a:gd name="connsiteX28" fmla="*/ 358625 w 968225"/>
              <a:gd name="connsiteY28" fmla="*/ 619125 h 1304925"/>
              <a:gd name="connsiteX29" fmla="*/ 330050 w 968225"/>
              <a:gd name="connsiteY29" fmla="*/ 595312 h 1304925"/>
              <a:gd name="connsiteX30" fmla="*/ 272900 w 968225"/>
              <a:gd name="connsiteY30" fmla="*/ 557212 h 1304925"/>
              <a:gd name="connsiteX31" fmla="*/ 244325 w 968225"/>
              <a:gd name="connsiteY31" fmla="*/ 538162 h 1304925"/>
              <a:gd name="connsiteX32" fmla="*/ 206225 w 968225"/>
              <a:gd name="connsiteY32" fmla="*/ 509587 h 1304925"/>
              <a:gd name="connsiteX33" fmla="*/ 177650 w 968225"/>
              <a:gd name="connsiteY33" fmla="*/ 476250 h 1304925"/>
              <a:gd name="connsiteX34" fmla="*/ 168125 w 968225"/>
              <a:gd name="connsiteY34" fmla="*/ 461962 h 1304925"/>
              <a:gd name="connsiteX35" fmla="*/ 149075 w 968225"/>
              <a:gd name="connsiteY35" fmla="*/ 447675 h 1304925"/>
              <a:gd name="connsiteX36" fmla="*/ 130025 w 968225"/>
              <a:gd name="connsiteY36" fmla="*/ 423862 h 1304925"/>
              <a:gd name="connsiteX37" fmla="*/ 115737 w 968225"/>
              <a:gd name="connsiteY37" fmla="*/ 409575 h 1304925"/>
              <a:gd name="connsiteX38" fmla="*/ 87162 w 968225"/>
              <a:gd name="connsiteY38" fmla="*/ 371475 h 1304925"/>
              <a:gd name="connsiteX39" fmla="*/ 77637 w 968225"/>
              <a:gd name="connsiteY39" fmla="*/ 352425 h 1304925"/>
              <a:gd name="connsiteX40" fmla="*/ 44300 w 968225"/>
              <a:gd name="connsiteY40" fmla="*/ 300037 h 1304925"/>
              <a:gd name="connsiteX41" fmla="*/ 25250 w 968225"/>
              <a:gd name="connsiteY41" fmla="*/ 252412 h 1304925"/>
              <a:gd name="connsiteX42" fmla="*/ 15725 w 968225"/>
              <a:gd name="connsiteY42" fmla="*/ 228600 h 1304925"/>
              <a:gd name="connsiteX43" fmla="*/ 10962 w 968225"/>
              <a:gd name="connsiteY43" fmla="*/ 0 h 1304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968225" h="1304925">
                <a:moveTo>
                  <a:pt x="968225" y="1304925"/>
                </a:moveTo>
                <a:cubicBezTo>
                  <a:pt x="968151" y="1303895"/>
                  <a:pt x="967351" y="1238665"/>
                  <a:pt x="958700" y="1219200"/>
                </a:cubicBezTo>
                <a:cubicBezTo>
                  <a:pt x="954940" y="1210741"/>
                  <a:pt x="949175" y="1203325"/>
                  <a:pt x="944412" y="1195387"/>
                </a:cubicBezTo>
                <a:cubicBezTo>
                  <a:pt x="942825" y="1185862"/>
                  <a:pt x="942191" y="1176128"/>
                  <a:pt x="939650" y="1166812"/>
                </a:cubicBezTo>
                <a:cubicBezTo>
                  <a:pt x="937401" y="1158564"/>
                  <a:pt x="933127" y="1151004"/>
                  <a:pt x="930125" y="1143000"/>
                </a:cubicBezTo>
                <a:cubicBezTo>
                  <a:pt x="912517" y="1096047"/>
                  <a:pt x="942597" y="1169871"/>
                  <a:pt x="915837" y="1109662"/>
                </a:cubicBezTo>
                <a:cubicBezTo>
                  <a:pt x="912365" y="1101850"/>
                  <a:pt x="909234" y="1093884"/>
                  <a:pt x="906312" y="1085850"/>
                </a:cubicBezTo>
                <a:cubicBezTo>
                  <a:pt x="902881" y="1076414"/>
                  <a:pt x="900865" y="1066450"/>
                  <a:pt x="896787" y="1057275"/>
                </a:cubicBezTo>
                <a:cubicBezTo>
                  <a:pt x="894462" y="1052044"/>
                  <a:pt x="890437" y="1047750"/>
                  <a:pt x="887262" y="1042987"/>
                </a:cubicBezTo>
                <a:cubicBezTo>
                  <a:pt x="885675" y="1036637"/>
                  <a:pt x="885679" y="1029659"/>
                  <a:pt x="882500" y="1023937"/>
                </a:cubicBezTo>
                <a:cubicBezTo>
                  <a:pt x="877564" y="1015051"/>
                  <a:pt x="869549" y="1008257"/>
                  <a:pt x="863450" y="1000125"/>
                </a:cubicBezTo>
                <a:cubicBezTo>
                  <a:pt x="860016" y="995546"/>
                  <a:pt x="856925" y="990712"/>
                  <a:pt x="853925" y="985837"/>
                </a:cubicBezTo>
                <a:cubicBezTo>
                  <a:pt x="795567" y="891004"/>
                  <a:pt x="853288" y="970912"/>
                  <a:pt x="801537" y="919162"/>
                </a:cubicBezTo>
                <a:cubicBezTo>
                  <a:pt x="779994" y="897620"/>
                  <a:pt x="805540" y="909385"/>
                  <a:pt x="777725" y="900112"/>
                </a:cubicBezTo>
                <a:cubicBezTo>
                  <a:pt x="764593" y="886981"/>
                  <a:pt x="764619" y="885140"/>
                  <a:pt x="749150" y="876300"/>
                </a:cubicBezTo>
                <a:cubicBezTo>
                  <a:pt x="742986" y="872778"/>
                  <a:pt x="735704" y="871134"/>
                  <a:pt x="730100" y="866775"/>
                </a:cubicBezTo>
                <a:cubicBezTo>
                  <a:pt x="721239" y="859883"/>
                  <a:pt x="714975" y="850070"/>
                  <a:pt x="706287" y="842962"/>
                </a:cubicBezTo>
                <a:cubicBezTo>
                  <a:pt x="697427" y="835713"/>
                  <a:pt x="686870" y="830781"/>
                  <a:pt x="677712" y="823912"/>
                </a:cubicBezTo>
                <a:cubicBezTo>
                  <a:pt x="667793" y="816473"/>
                  <a:pt x="659354" y="807124"/>
                  <a:pt x="649137" y="800100"/>
                </a:cubicBezTo>
                <a:cubicBezTo>
                  <a:pt x="633881" y="789612"/>
                  <a:pt x="616322" y="782633"/>
                  <a:pt x="601512" y="771525"/>
                </a:cubicBezTo>
                <a:cubicBezTo>
                  <a:pt x="589565" y="762564"/>
                  <a:pt x="565615" y="744051"/>
                  <a:pt x="553887" y="738187"/>
                </a:cubicBezTo>
                <a:cubicBezTo>
                  <a:pt x="548033" y="735260"/>
                  <a:pt x="541047" y="735495"/>
                  <a:pt x="534837" y="733425"/>
                </a:cubicBezTo>
                <a:cubicBezTo>
                  <a:pt x="526727" y="730722"/>
                  <a:pt x="518498" y="728052"/>
                  <a:pt x="511025" y="723900"/>
                </a:cubicBezTo>
                <a:cubicBezTo>
                  <a:pt x="471285" y="701822"/>
                  <a:pt x="512419" y="714722"/>
                  <a:pt x="472925" y="704850"/>
                </a:cubicBezTo>
                <a:cubicBezTo>
                  <a:pt x="466575" y="700087"/>
                  <a:pt x="459902" y="695728"/>
                  <a:pt x="453875" y="690562"/>
                </a:cubicBezTo>
                <a:cubicBezTo>
                  <a:pt x="448761" y="686179"/>
                  <a:pt x="444903" y="680410"/>
                  <a:pt x="439587" y="676275"/>
                </a:cubicBezTo>
                <a:cubicBezTo>
                  <a:pt x="430551" y="669247"/>
                  <a:pt x="420170" y="664094"/>
                  <a:pt x="411012" y="657225"/>
                </a:cubicBezTo>
                <a:cubicBezTo>
                  <a:pt x="401093" y="649786"/>
                  <a:pt x="392464" y="640705"/>
                  <a:pt x="382437" y="633412"/>
                </a:cubicBezTo>
                <a:cubicBezTo>
                  <a:pt x="374951" y="627968"/>
                  <a:pt x="366111" y="624569"/>
                  <a:pt x="358625" y="619125"/>
                </a:cubicBezTo>
                <a:cubicBezTo>
                  <a:pt x="348598" y="611832"/>
                  <a:pt x="340101" y="602571"/>
                  <a:pt x="330050" y="595312"/>
                </a:cubicBezTo>
                <a:cubicBezTo>
                  <a:pt x="311489" y="581907"/>
                  <a:pt x="291950" y="569912"/>
                  <a:pt x="272900" y="557212"/>
                </a:cubicBezTo>
                <a:cubicBezTo>
                  <a:pt x="263375" y="550862"/>
                  <a:pt x="253483" y="545031"/>
                  <a:pt x="244325" y="538162"/>
                </a:cubicBezTo>
                <a:cubicBezTo>
                  <a:pt x="231625" y="528637"/>
                  <a:pt x="215031" y="522796"/>
                  <a:pt x="206225" y="509587"/>
                </a:cubicBezTo>
                <a:cubicBezTo>
                  <a:pt x="184356" y="476784"/>
                  <a:pt x="212300" y="516675"/>
                  <a:pt x="177650" y="476250"/>
                </a:cubicBezTo>
                <a:cubicBezTo>
                  <a:pt x="173925" y="471904"/>
                  <a:pt x="172172" y="466009"/>
                  <a:pt x="168125" y="461962"/>
                </a:cubicBezTo>
                <a:cubicBezTo>
                  <a:pt x="162512" y="456349"/>
                  <a:pt x="154688" y="453288"/>
                  <a:pt x="149075" y="447675"/>
                </a:cubicBezTo>
                <a:cubicBezTo>
                  <a:pt x="141887" y="440487"/>
                  <a:pt x="136719" y="431512"/>
                  <a:pt x="130025" y="423862"/>
                </a:cubicBezTo>
                <a:cubicBezTo>
                  <a:pt x="125590" y="418793"/>
                  <a:pt x="120500" y="414337"/>
                  <a:pt x="115737" y="409575"/>
                </a:cubicBezTo>
                <a:cubicBezTo>
                  <a:pt x="92681" y="363464"/>
                  <a:pt x="123267" y="419615"/>
                  <a:pt x="87162" y="371475"/>
                </a:cubicBezTo>
                <a:cubicBezTo>
                  <a:pt x="82902" y="365795"/>
                  <a:pt x="81159" y="358589"/>
                  <a:pt x="77637" y="352425"/>
                </a:cubicBezTo>
                <a:cubicBezTo>
                  <a:pt x="66174" y="332364"/>
                  <a:pt x="54482" y="325492"/>
                  <a:pt x="44300" y="300037"/>
                </a:cubicBezTo>
                <a:lnTo>
                  <a:pt x="25250" y="252412"/>
                </a:lnTo>
                <a:lnTo>
                  <a:pt x="15725" y="228600"/>
                </a:lnTo>
                <a:cubicBezTo>
                  <a:pt x="0" y="134257"/>
                  <a:pt x="10962" y="209681"/>
                  <a:pt x="10962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 20"/>
          <p:cNvSpPr/>
          <p:nvPr/>
        </p:nvSpPr>
        <p:spPr>
          <a:xfrm>
            <a:off x="4801881" y="3923277"/>
            <a:ext cx="1072533" cy="1737352"/>
          </a:xfrm>
          <a:custGeom>
            <a:avLst/>
            <a:gdLst>
              <a:gd name="connsiteX0" fmla="*/ 1072533 w 1072533"/>
              <a:gd name="connsiteY0" fmla="*/ 1733550 h 1737352"/>
              <a:gd name="connsiteX1" fmla="*/ 1058246 w 1072533"/>
              <a:gd name="connsiteY1" fmla="*/ 1690688 h 1737352"/>
              <a:gd name="connsiteX2" fmla="*/ 1048721 w 1072533"/>
              <a:gd name="connsiteY2" fmla="*/ 1671638 h 1737352"/>
              <a:gd name="connsiteX3" fmla="*/ 1043958 w 1072533"/>
              <a:gd name="connsiteY3" fmla="*/ 1657350 h 1737352"/>
              <a:gd name="connsiteX4" fmla="*/ 1039196 w 1072533"/>
              <a:gd name="connsiteY4" fmla="*/ 1619250 h 1737352"/>
              <a:gd name="connsiteX5" fmla="*/ 1020146 w 1072533"/>
              <a:gd name="connsiteY5" fmla="*/ 1571625 h 1737352"/>
              <a:gd name="connsiteX6" fmla="*/ 1001096 w 1072533"/>
              <a:gd name="connsiteY6" fmla="*/ 1528763 h 1737352"/>
              <a:gd name="connsiteX7" fmla="*/ 977283 w 1072533"/>
              <a:gd name="connsiteY7" fmla="*/ 1471613 h 1737352"/>
              <a:gd name="connsiteX8" fmla="*/ 962996 w 1072533"/>
              <a:gd name="connsiteY8" fmla="*/ 1452563 h 1737352"/>
              <a:gd name="connsiteX9" fmla="*/ 953471 w 1072533"/>
              <a:gd name="connsiteY9" fmla="*/ 1428750 h 1737352"/>
              <a:gd name="connsiteX10" fmla="*/ 934421 w 1072533"/>
              <a:gd name="connsiteY10" fmla="*/ 1404938 h 1737352"/>
              <a:gd name="connsiteX11" fmla="*/ 910608 w 1072533"/>
              <a:gd name="connsiteY11" fmla="*/ 1362075 h 1737352"/>
              <a:gd name="connsiteX12" fmla="*/ 872508 w 1072533"/>
              <a:gd name="connsiteY12" fmla="*/ 1314450 h 1737352"/>
              <a:gd name="connsiteX13" fmla="*/ 862983 w 1072533"/>
              <a:gd name="connsiteY13" fmla="*/ 1300163 h 1737352"/>
              <a:gd name="connsiteX14" fmla="*/ 848696 w 1072533"/>
              <a:gd name="connsiteY14" fmla="*/ 1281113 h 1737352"/>
              <a:gd name="connsiteX15" fmla="*/ 829646 w 1072533"/>
              <a:gd name="connsiteY15" fmla="*/ 1252538 h 1737352"/>
              <a:gd name="connsiteX16" fmla="*/ 820121 w 1072533"/>
              <a:gd name="connsiteY16" fmla="*/ 1238250 h 1737352"/>
              <a:gd name="connsiteX17" fmla="*/ 791546 w 1072533"/>
              <a:gd name="connsiteY17" fmla="*/ 1200150 h 1737352"/>
              <a:gd name="connsiteX18" fmla="*/ 772496 w 1072533"/>
              <a:gd name="connsiteY18" fmla="*/ 1171575 h 1737352"/>
              <a:gd name="connsiteX19" fmla="*/ 743921 w 1072533"/>
              <a:gd name="connsiteY19" fmla="*/ 1133475 h 1737352"/>
              <a:gd name="connsiteX20" fmla="*/ 734396 w 1072533"/>
              <a:gd name="connsiteY20" fmla="*/ 1114425 h 1737352"/>
              <a:gd name="connsiteX21" fmla="*/ 710583 w 1072533"/>
              <a:gd name="connsiteY21" fmla="*/ 1090613 h 1737352"/>
              <a:gd name="connsiteX22" fmla="*/ 682008 w 1072533"/>
              <a:gd name="connsiteY22" fmla="*/ 1052513 h 1737352"/>
              <a:gd name="connsiteX23" fmla="*/ 672483 w 1072533"/>
              <a:gd name="connsiteY23" fmla="*/ 1038225 h 1737352"/>
              <a:gd name="connsiteX24" fmla="*/ 629621 w 1072533"/>
              <a:gd name="connsiteY24" fmla="*/ 1009650 h 1737352"/>
              <a:gd name="connsiteX25" fmla="*/ 615333 w 1072533"/>
              <a:gd name="connsiteY25" fmla="*/ 995363 h 1737352"/>
              <a:gd name="connsiteX26" fmla="*/ 601046 w 1072533"/>
              <a:gd name="connsiteY26" fmla="*/ 985838 h 1737352"/>
              <a:gd name="connsiteX27" fmla="*/ 558183 w 1072533"/>
              <a:gd name="connsiteY27" fmla="*/ 947738 h 1737352"/>
              <a:gd name="connsiteX28" fmla="*/ 505796 w 1072533"/>
              <a:gd name="connsiteY28" fmla="*/ 919163 h 1737352"/>
              <a:gd name="connsiteX29" fmla="*/ 481983 w 1072533"/>
              <a:gd name="connsiteY29" fmla="*/ 904875 h 1737352"/>
              <a:gd name="connsiteX30" fmla="*/ 467696 w 1072533"/>
              <a:gd name="connsiteY30" fmla="*/ 895350 h 1737352"/>
              <a:gd name="connsiteX31" fmla="*/ 448646 w 1072533"/>
              <a:gd name="connsiteY31" fmla="*/ 890588 h 1737352"/>
              <a:gd name="connsiteX32" fmla="*/ 415308 w 1072533"/>
              <a:gd name="connsiteY32" fmla="*/ 871538 h 1737352"/>
              <a:gd name="connsiteX33" fmla="*/ 396258 w 1072533"/>
              <a:gd name="connsiteY33" fmla="*/ 857250 h 1737352"/>
              <a:gd name="connsiteX34" fmla="*/ 372446 w 1072533"/>
              <a:gd name="connsiteY34" fmla="*/ 847725 h 1737352"/>
              <a:gd name="connsiteX35" fmla="*/ 339108 w 1072533"/>
              <a:gd name="connsiteY35" fmla="*/ 819150 h 1737352"/>
              <a:gd name="connsiteX36" fmla="*/ 324821 w 1072533"/>
              <a:gd name="connsiteY36" fmla="*/ 814388 h 1737352"/>
              <a:gd name="connsiteX37" fmla="*/ 305771 w 1072533"/>
              <a:gd name="connsiteY37" fmla="*/ 800100 h 1737352"/>
              <a:gd name="connsiteX38" fmla="*/ 296246 w 1072533"/>
              <a:gd name="connsiteY38" fmla="*/ 785813 h 1737352"/>
              <a:gd name="connsiteX39" fmla="*/ 258146 w 1072533"/>
              <a:gd name="connsiteY39" fmla="*/ 762000 h 1737352"/>
              <a:gd name="connsiteX40" fmla="*/ 243858 w 1072533"/>
              <a:gd name="connsiteY40" fmla="*/ 742950 h 1737352"/>
              <a:gd name="connsiteX41" fmla="*/ 224808 w 1072533"/>
              <a:gd name="connsiteY41" fmla="*/ 728663 h 1737352"/>
              <a:gd name="connsiteX42" fmla="*/ 200996 w 1072533"/>
              <a:gd name="connsiteY42" fmla="*/ 700088 h 1737352"/>
              <a:gd name="connsiteX43" fmla="*/ 167658 w 1072533"/>
              <a:gd name="connsiteY43" fmla="*/ 666750 h 1737352"/>
              <a:gd name="connsiteX44" fmla="*/ 158133 w 1072533"/>
              <a:gd name="connsiteY44" fmla="*/ 647700 h 1737352"/>
              <a:gd name="connsiteX45" fmla="*/ 134321 w 1072533"/>
              <a:gd name="connsiteY45" fmla="*/ 619125 h 1737352"/>
              <a:gd name="connsiteX46" fmla="*/ 129558 w 1072533"/>
              <a:gd name="connsiteY46" fmla="*/ 604838 h 1737352"/>
              <a:gd name="connsiteX47" fmla="*/ 120033 w 1072533"/>
              <a:gd name="connsiteY47" fmla="*/ 590550 h 1737352"/>
              <a:gd name="connsiteX48" fmla="*/ 110508 w 1072533"/>
              <a:gd name="connsiteY48" fmla="*/ 571500 h 1737352"/>
              <a:gd name="connsiteX49" fmla="*/ 100983 w 1072533"/>
              <a:gd name="connsiteY49" fmla="*/ 538163 h 1737352"/>
              <a:gd name="connsiteX50" fmla="*/ 91458 w 1072533"/>
              <a:gd name="connsiteY50" fmla="*/ 523875 h 1737352"/>
              <a:gd name="connsiteX51" fmla="*/ 86696 w 1072533"/>
              <a:gd name="connsiteY51" fmla="*/ 509588 h 1737352"/>
              <a:gd name="connsiteX52" fmla="*/ 81933 w 1072533"/>
              <a:gd name="connsiteY52" fmla="*/ 490538 h 1737352"/>
              <a:gd name="connsiteX53" fmla="*/ 67646 w 1072533"/>
              <a:gd name="connsiteY53" fmla="*/ 447675 h 1737352"/>
              <a:gd name="connsiteX54" fmla="*/ 62883 w 1072533"/>
              <a:gd name="connsiteY54" fmla="*/ 428625 h 1737352"/>
              <a:gd name="connsiteX55" fmla="*/ 53358 w 1072533"/>
              <a:gd name="connsiteY55" fmla="*/ 400050 h 1737352"/>
              <a:gd name="connsiteX56" fmla="*/ 43833 w 1072533"/>
              <a:gd name="connsiteY56" fmla="*/ 361950 h 1737352"/>
              <a:gd name="connsiteX57" fmla="*/ 39071 w 1072533"/>
              <a:gd name="connsiteY57" fmla="*/ 342900 h 1737352"/>
              <a:gd name="connsiteX58" fmla="*/ 29546 w 1072533"/>
              <a:gd name="connsiteY58" fmla="*/ 314325 h 1737352"/>
              <a:gd name="connsiteX59" fmla="*/ 20021 w 1072533"/>
              <a:gd name="connsiteY59" fmla="*/ 285750 h 1737352"/>
              <a:gd name="connsiteX60" fmla="*/ 10496 w 1072533"/>
              <a:gd name="connsiteY60" fmla="*/ 252413 h 1737352"/>
              <a:gd name="connsiteX61" fmla="*/ 10496 w 1072533"/>
              <a:gd name="connsiteY61" fmla="*/ 47625 h 1737352"/>
              <a:gd name="connsiteX62" fmla="*/ 20021 w 1072533"/>
              <a:gd name="connsiteY62" fmla="*/ 19050 h 1737352"/>
              <a:gd name="connsiteX63" fmla="*/ 24783 w 1072533"/>
              <a:gd name="connsiteY63" fmla="*/ 4763 h 1737352"/>
              <a:gd name="connsiteX64" fmla="*/ 24783 w 1072533"/>
              <a:gd name="connsiteY64" fmla="*/ 0 h 173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072533" h="1737352">
                <a:moveTo>
                  <a:pt x="1072533" y="1733550"/>
                </a:moveTo>
                <a:cubicBezTo>
                  <a:pt x="1052734" y="1703853"/>
                  <a:pt x="1072245" y="1737352"/>
                  <a:pt x="1058246" y="1690688"/>
                </a:cubicBezTo>
                <a:cubicBezTo>
                  <a:pt x="1056206" y="1683888"/>
                  <a:pt x="1051518" y="1678163"/>
                  <a:pt x="1048721" y="1671638"/>
                </a:cubicBezTo>
                <a:cubicBezTo>
                  <a:pt x="1046743" y="1667024"/>
                  <a:pt x="1045546" y="1662113"/>
                  <a:pt x="1043958" y="1657350"/>
                </a:cubicBezTo>
                <a:cubicBezTo>
                  <a:pt x="1042371" y="1644650"/>
                  <a:pt x="1042621" y="1631582"/>
                  <a:pt x="1039196" y="1619250"/>
                </a:cubicBezTo>
                <a:cubicBezTo>
                  <a:pt x="1034620" y="1602776"/>
                  <a:pt x="1024293" y="1588212"/>
                  <a:pt x="1020146" y="1571625"/>
                </a:cubicBezTo>
                <a:cubicBezTo>
                  <a:pt x="1013138" y="1543595"/>
                  <a:pt x="1018751" y="1558188"/>
                  <a:pt x="1001096" y="1528763"/>
                </a:cubicBezTo>
                <a:cubicBezTo>
                  <a:pt x="995422" y="1506069"/>
                  <a:pt x="993765" y="1493590"/>
                  <a:pt x="977283" y="1471613"/>
                </a:cubicBezTo>
                <a:cubicBezTo>
                  <a:pt x="972521" y="1465263"/>
                  <a:pt x="966851" y="1459502"/>
                  <a:pt x="962996" y="1452563"/>
                </a:cubicBezTo>
                <a:cubicBezTo>
                  <a:pt x="958844" y="1445090"/>
                  <a:pt x="957869" y="1436081"/>
                  <a:pt x="953471" y="1428750"/>
                </a:cubicBezTo>
                <a:cubicBezTo>
                  <a:pt x="948241" y="1420034"/>
                  <a:pt x="940059" y="1413396"/>
                  <a:pt x="934421" y="1404938"/>
                </a:cubicBezTo>
                <a:cubicBezTo>
                  <a:pt x="901223" y="1355142"/>
                  <a:pt x="954018" y="1421270"/>
                  <a:pt x="910608" y="1362075"/>
                </a:cubicBezTo>
                <a:cubicBezTo>
                  <a:pt x="898586" y="1345681"/>
                  <a:pt x="883785" y="1331365"/>
                  <a:pt x="872508" y="1314450"/>
                </a:cubicBezTo>
                <a:cubicBezTo>
                  <a:pt x="869333" y="1309688"/>
                  <a:pt x="866310" y="1304821"/>
                  <a:pt x="862983" y="1300163"/>
                </a:cubicBezTo>
                <a:cubicBezTo>
                  <a:pt x="858369" y="1293704"/>
                  <a:pt x="853248" y="1287616"/>
                  <a:pt x="848696" y="1281113"/>
                </a:cubicBezTo>
                <a:cubicBezTo>
                  <a:pt x="842131" y="1271735"/>
                  <a:pt x="835996" y="1262063"/>
                  <a:pt x="829646" y="1252538"/>
                </a:cubicBezTo>
                <a:cubicBezTo>
                  <a:pt x="826471" y="1247775"/>
                  <a:pt x="823555" y="1242829"/>
                  <a:pt x="820121" y="1238250"/>
                </a:cubicBezTo>
                <a:lnTo>
                  <a:pt x="791546" y="1200150"/>
                </a:lnTo>
                <a:cubicBezTo>
                  <a:pt x="782991" y="1174489"/>
                  <a:pt x="792562" y="1196101"/>
                  <a:pt x="772496" y="1171575"/>
                </a:cubicBezTo>
                <a:cubicBezTo>
                  <a:pt x="762443" y="1159288"/>
                  <a:pt x="752727" y="1146684"/>
                  <a:pt x="743921" y="1133475"/>
                </a:cubicBezTo>
                <a:cubicBezTo>
                  <a:pt x="739983" y="1127568"/>
                  <a:pt x="738755" y="1120029"/>
                  <a:pt x="734396" y="1114425"/>
                </a:cubicBezTo>
                <a:cubicBezTo>
                  <a:pt x="727504" y="1105564"/>
                  <a:pt x="718521" y="1098550"/>
                  <a:pt x="710583" y="1090613"/>
                </a:cubicBezTo>
                <a:cubicBezTo>
                  <a:pt x="693236" y="1055918"/>
                  <a:pt x="710893" y="1086212"/>
                  <a:pt x="682008" y="1052513"/>
                </a:cubicBezTo>
                <a:cubicBezTo>
                  <a:pt x="678283" y="1048167"/>
                  <a:pt x="676530" y="1042272"/>
                  <a:pt x="672483" y="1038225"/>
                </a:cubicBezTo>
                <a:cubicBezTo>
                  <a:pt x="656736" y="1022478"/>
                  <a:pt x="647751" y="1023247"/>
                  <a:pt x="629621" y="1009650"/>
                </a:cubicBezTo>
                <a:cubicBezTo>
                  <a:pt x="624233" y="1005609"/>
                  <a:pt x="620507" y="999675"/>
                  <a:pt x="615333" y="995363"/>
                </a:cubicBezTo>
                <a:cubicBezTo>
                  <a:pt x="610936" y="991699"/>
                  <a:pt x="605392" y="989563"/>
                  <a:pt x="601046" y="985838"/>
                </a:cubicBezTo>
                <a:cubicBezTo>
                  <a:pt x="568283" y="957755"/>
                  <a:pt x="596395" y="974487"/>
                  <a:pt x="558183" y="947738"/>
                </a:cubicBezTo>
                <a:cubicBezTo>
                  <a:pt x="537125" y="932997"/>
                  <a:pt x="528977" y="931807"/>
                  <a:pt x="505796" y="919163"/>
                </a:cubicBezTo>
                <a:cubicBezTo>
                  <a:pt x="497669" y="914730"/>
                  <a:pt x="489833" y="909781"/>
                  <a:pt x="481983" y="904875"/>
                </a:cubicBezTo>
                <a:cubicBezTo>
                  <a:pt x="477129" y="901841"/>
                  <a:pt x="472957" y="897605"/>
                  <a:pt x="467696" y="895350"/>
                </a:cubicBezTo>
                <a:cubicBezTo>
                  <a:pt x="461680" y="892772"/>
                  <a:pt x="454996" y="892175"/>
                  <a:pt x="448646" y="890588"/>
                </a:cubicBezTo>
                <a:cubicBezTo>
                  <a:pt x="416565" y="858507"/>
                  <a:pt x="453686" y="890727"/>
                  <a:pt x="415308" y="871538"/>
                </a:cubicBezTo>
                <a:cubicBezTo>
                  <a:pt x="408208" y="867988"/>
                  <a:pt x="403197" y="861105"/>
                  <a:pt x="396258" y="857250"/>
                </a:cubicBezTo>
                <a:cubicBezTo>
                  <a:pt x="388785" y="853098"/>
                  <a:pt x="379919" y="851877"/>
                  <a:pt x="372446" y="847725"/>
                </a:cubicBezTo>
                <a:cubicBezTo>
                  <a:pt x="320416" y="818819"/>
                  <a:pt x="382422" y="848026"/>
                  <a:pt x="339108" y="819150"/>
                </a:cubicBezTo>
                <a:cubicBezTo>
                  <a:pt x="334931" y="816365"/>
                  <a:pt x="329583" y="815975"/>
                  <a:pt x="324821" y="814388"/>
                </a:cubicBezTo>
                <a:cubicBezTo>
                  <a:pt x="318471" y="809625"/>
                  <a:pt x="311384" y="805713"/>
                  <a:pt x="305771" y="800100"/>
                </a:cubicBezTo>
                <a:cubicBezTo>
                  <a:pt x="301724" y="796053"/>
                  <a:pt x="300643" y="789477"/>
                  <a:pt x="296246" y="785813"/>
                </a:cubicBezTo>
                <a:cubicBezTo>
                  <a:pt x="250976" y="748089"/>
                  <a:pt x="304253" y="808107"/>
                  <a:pt x="258146" y="762000"/>
                </a:cubicBezTo>
                <a:cubicBezTo>
                  <a:pt x="252533" y="756387"/>
                  <a:pt x="249471" y="748563"/>
                  <a:pt x="243858" y="742950"/>
                </a:cubicBezTo>
                <a:cubicBezTo>
                  <a:pt x="238245" y="737337"/>
                  <a:pt x="230834" y="733829"/>
                  <a:pt x="224808" y="728663"/>
                </a:cubicBezTo>
                <a:cubicBezTo>
                  <a:pt x="192897" y="701311"/>
                  <a:pt x="225795" y="727642"/>
                  <a:pt x="200996" y="700088"/>
                </a:cubicBezTo>
                <a:cubicBezTo>
                  <a:pt x="190483" y="688407"/>
                  <a:pt x="174686" y="680807"/>
                  <a:pt x="167658" y="666750"/>
                </a:cubicBezTo>
                <a:cubicBezTo>
                  <a:pt x="164483" y="660400"/>
                  <a:pt x="162259" y="653477"/>
                  <a:pt x="158133" y="647700"/>
                </a:cubicBezTo>
                <a:cubicBezTo>
                  <a:pt x="140575" y="623118"/>
                  <a:pt x="146922" y="644326"/>
                  <a:pt x="134321" y="619125"/>
                </a:cubicBezTo>
                <a:cubicBezTo>
                  <a:pt x="132076" y="614635"/>
                  <a:pt x="131803" y="609328"/>
                  <a:pt x="129558" y="604838"/>
                </a:cubicBezTo>
                <a:cubicBezTo>
                  <a:pt x="126998" y="599718"/>
                  <a:pt x="122873" y="595520"/>
                  <a:pt x="120033" y="590550"/>
                </a:cubicBezTo>
                <a:cubicBezTo>
                  <a:pt x="116511" y="584386"/>
                  <a:pt x="113683" y="577850"/>
                  <a:pt x="110508" y="571500"/>
                </a:cubicBezTo>
                <a:cubicBezTo>
                  <a:pt x="108981" y="565390"/>
                  <a:pt x="104402" y="545000"/>
                  <a:pt x="100983" y="538163"/>
                </a:cubicBezTo>
                <a:cubicBezTo>
                  <a:pt x="98423" y="533043"/>
                  <a:pt x="94633" y="528638"/>
                  <a:pt x="91458" y="523875"/>
                </a:cubicBezTo>
                <a:cubicBezTo>
                  <a:pt x="89871" y="519113"/>
                  <a:pt x="88075" y="514415"/>
                  <a:pt x="86696" y="509588"/>
                </a:cubicBezTo>
                <a:cubicBezTo>
                  <a:pt x="84898" y="503294"/>
                  <a:pt x="83858" y="496794"/>
                  <a:pt x="81933" y="490538"/>
                </a:cubicBezTo>
                <a:cubicBezTo>
                  <a:pt x="77504" y="476144"/>
                  <a:pt x="71299" y="462286"/>
                  <a:pt x="67646" y="447675"/>
                </a:cubicBezTo>
                <a:cubicBezTo>
                  <a:pt x="66058" y="441325"/>
                  <a:pt x="64764" y="434894"/>
                  <a:pt x="62883" y="428625"/>
                </a:cubicBezTo>
                <a:cubicBezTo>
                  <a:pt x="59998" y="419008"/>
                  <a:pt x="55327" y="409895"/>
                  <a:pt x="53358" y="400050"/>
                </a:cubicBezTo>
                <a:cubicBezTo>
                  <a:pt x="43675" y="351630"/>
                  <a:pt x="53598" y="396126"/>
                  <a:pt x="43833" y="361950"/>
                </a:cubicBezTo>
                <a:cubicBezTo>
                  <a:pt x="42035" y="355656"/>
                  <a:pt x="40952" y="349169"/>
                  <a:pt x="39071" y="342900"/>
                </a:cubicBezTo>
                <a:cubicBezTo>
                  <a:pt x="36186" y="333283"/>
                  <a:pt x="32721" y="323850"/>
                  <a:pt x="29546" y="314325"/>
                </a:cubicBezTo>
                <a:cubicBezTo>
                  <a:pt x="26371" y="304800"/>
                  <a:pt x="22456" y="295490"/>
                  <a:pt x="20021" y="285750"/>
                </a:cubicBezTo>
                <a:cubicBezTo>
                  <a:pt x="14040" y="261830"/>
                  <a:pt x="17328" y="272910"/>
                  <a:pt x="10496" y="252413"/>
                </a:cubicBezTo>
                <a:cubicBezTo>
                  <a:pt x="0" y="168457"/>
                  <a:pt x="318" y="186717"/>
                  <a:pt x="10496" y="47625"/>
                </a:cubicBezTo>
                <a:cubicBezTo>
                  <a:pt x="11229" y="37612"/>
                  <a:pt x="16846" y="28575"/>
                  <a:pt x="20021" y="19050"/>
                </a:cubicBezTo>
                <a:cubicBezTo>
                  <a:pt x="21608" y="14288"/>
                  <a:pt x="24783" y="9783"/>
                  <a:pt x="24783" y="4763"/>
                </a:cubicBezTo>
                <a:lnTo>
                  <a:pt x="24783" y="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 rot="5400000">
            <a:off x="6000760" y="4547162"/>
            <a:ext cx="35719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rot="5400000">
            <a:off x="5607851" y="4868633"/>
            <a:ext cx="107157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86512" y="4404286"/>
            <a:ext cx="2449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“</a:t>
            </a:r>
            <a:r>
              <a:rPr lang="ko-KR" altLang="en-US" sz="1400" dirty="0" err="1" smtClean="0"/>
              <a:t>속성명</a:t>
            </a:r>
            <a:r>
              <a:rPr lang="en-US" altLang="ko-KR" sz="1400" dirty="0" smtClean="0"/>
              <a:t>=</a:t>
            </a:r>
            <a:r>
              <a:rPr lang="ko-KR" altLang="en-US" sz="1400" dirty="0" smtClean="0"/>
              <a:t>값</a:t>
            </a:r>
            <a:r>
              <a:rPr lang="en-US" altLang="ko-KR" sz="1400" dirty="0" smtClean="0"/>
              <a:t>” </a:t>
            </a:r>
            <a:r>
              <a:rPr lang="ko-KR" altLang="en-US" sz="1400" dirty="0" smtClean="0"/>
              <a:t>과 일치하는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ko-KR" altLang="en-US" sz="1400" dirty="0" smtClean="0"/>
              <a:t>모든 태그들에 디자인 적용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1272</Words>
  <Application>Microsoft Office PowerPoint</Application>
  <PresentationFormat>화면 슬라이드 쇼(4:3)</PresentationFormat>
  <Paragraphs>232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170</cp:revision>
  <dcterms:created xsi:type="dcterms:W3CDTF">2025-04-08T02:09:01Z</dcterms:created>
  <dcterms:modified xsi:type="dcterms:W3CDTF">2025-04-09T23:23:11Z</dcterms:modified>
</cp:coreProperties>
</file>